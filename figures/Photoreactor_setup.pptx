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9041725" cy="21618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39" d="100"/>
          <a:sy n="39" d="100"/>
        </p:scale>
        <p:origin x="13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8130" y="3538041"/>
            <a:ext cx="24685466" cy="7526467"/>
          </a:xfrm>
        </p:spPr>
        <p:txBody>
          <a:bodyPr anchor="b"/>
          <a:lstStyle>
            <a:lvl1pPr algn="ctr">
              <a:defRPr sz="189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0216" y="11354758"/>
            <a:ext cx="21781294" cy="5219483"/>
          </a:xfrm>
        </p:spPr>
        <p:txBody>
          <a:bodyPr/>
          <a:lstStyle>
            <a:lvl1pPr marL="0" indent="0" algn="ctr">
              <a:buNone/>
              <a:defRPr sz="7566"/>
            </a:lvl1pPr>
            <a:lvl2pPr marL="1441232" indent="0" algn="ctr">
              <a:buNone/>
              <a:defRPr sz="6305"/>
            </a:lvl2pPr>
            <a:lvl3pPr marL="2882463" indent="0" algn="ctr">
              <a:buNone/>
              <a:defRPr sz="5674"/>
            </a:lvl3pPr>
            <a:lvl4pPr marL="4323695" indent="0" algn="ctr">
              <a:buNone/>
              <a:defRPr sz="5044"/>
            </a:lvl4pPr>
            <a:lvl5pPr marL="5764926" indent="0" algn="ctr">
              <a:buNone/>
              <a:defRPr sz="5044"/>
            </a:lvl5pPr>
            <a:lvl6pPr marL="7206158" indent="0" algn="ctr">
              <a:buNone/>
              <a:defRPr sz="5044"/>
            </a:lvl6pPr>
            <a:lvl7pPr marL="8647389" indent="0" algn="ctr">
              <a:buNone/>
              <a:defRPr sz="5044"/>
            </a:lvl7pPr>
            <a:lvl8pPr marL="10088621" indent="0" algn="ctr">
              <a:buNone/>
              <a:defRPr sz="5044"/>
            </a:lvl8pPr>
            <a:lvl9pPr marL="11529852" indent="0" algn="ctr">
              <a:buNone/>
              <a:defRPr sz="504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27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80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494" y="5389637"/>
            <a:ext cx="25048488" cy="8992725"/>
          </a:xfrm>
        </p:spPr>
        <p:txBody>
          <a:bodyPr anchor="b"/>
          <a:lstStyle>
            <a:lvl1pPr>
              <a:defRPr sz="189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494" y="14467437"/>
            <a:ext cx="25048488" cy="4729062"/>
          </a:xfrm>
        </p:spPr>
        <p:txBody>
          <a:bodyPr/>
          <a:lstStyle>
            <a:lvl1pPr marL="0" indent="0">
              <a:buNone/>
              <a:defRPr sz="7566">
                <a:solidFill>
                  <a:schemeClr val="tx1"/>
                </a:solidFill>
              </a:defRPr>
            </a:lvl1pPr>
            <a:lvl2pPr marL="1441232" indent="0">
              <a:buNone/>
              <a:defRPr sz="6305">
                <a:solidFill>
                  <a:schemeClr val="tx1">
                    <a:tint val="75000"/>
                  </a:schemeClr>
                </a:solidFill>
              </a:defRPr>
            </a:lvl2pPr>
            <a:lvl3pPr marL="2882463" indent="0">
              <a:buNone/>
              <a:defRPr sz="5674">
                <a:solidFill>
                  <a:schemeClr val="tx1">
                    <a:tint val="75000"/>
                  </a:schemeClr>
                </a:solidFill>
              </a:defRPr>
            </a:lvl3pPr>
            <a:lvl4pPr marL="4323695" indent="0">
              <a:buNone/>
              <a:defRPr sz="5044">
                <a:solidFill>
                  <a:schemeClr val="tx1">
                    <a:tint val="75000"/>
                  </a:schemeClr>
                </a:solidFill>
              </a:defRPr>
            </a:lvl4pPr>
            <a:lvl5pPr marL="5764926" indent="0">
              <a:buNone/>
              <a:defRPr sz="5044">
                <a:solidFill>
                  <a:schemeClr val="tx1">
                    <a:tint val="75000"/>
                  </a:schemeClr>
                </a:solidFill>
              </a:defRPr>
            </a:lvl5pPr>
            <a:lvl6pPr marL="7206158" indent="0">
              <a:buNone/>
              <a:defRPr sz="5044">
                <a:solidFill>
                  <a:schemeClr val="tx1">
                    <a:tint val="75000"/>
                  </a:schemeClr>
                </a:solidFill>
              </a:defRPr>
            </a:lvl6pPr>
            <a:lvl7pPr marL="8647389" indent="0">
              <a:buNone/>
              <a:defRPr sz="5044">
                <a:solidFill>
                  <a:schemeClr val="tx1">
                    <a:tint val="75000"/>
                  </a:schemeClr>
                </a:solidFill>
              </a:defRPr>
            </a:lvl7pPr>
            <a:lvl8pPr marL="10088621" indent="0">
              <a:buNone/>
              <a:defRPr sz="5044">
                <a:solidFill>
                  <a:schemeClr val="tx1">
                    <a:tint val="75000"/>
                  </a:schemeClr>
                </a:solidFill>
              </a:defRPr>
            </a:lvl8pPr>
            <a:lvl9pPr marL="11529852" indent="0">
              <a:buNone/>
              <a:defRPr sz="50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152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96619" y="5754945"/>
            <a:ext cx="12342733" cy="137167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02373" y="5754945"/>
            <a:ext cx="12342733" cy="137167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70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401" y="1150994"/>
            <a:ext cx="25048488" cy="41785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404" y="5299555"/>
            <a:ext cx="12286009" cy="2597230"/>
          </a:xfrm>
        </p:spPr>
        <p:txBody>
          <a:bodyPr anchor="b"/>
          <a:lstStyle>
            <a:lvl1pPr marL="0" indent="0">
              <a:buNone/>
              <a:defRPr sz="7566" b="1"/>
            </a:lvl1pPr>
            <a:lvl2pPr marL="1441232" indent="0">
              <a:buNone/>
              <a:defRPr sz="6305" b="1"/>
            </a:lvl2pPr>
            <a:lvl3pPr marL="2882463" indent="0">
              <a:buNone/>
              <a:defRPr sz="5674" b="1"/>
            </a:lvl3pPr>
            <a:lvl4pPr marL="4323695" indent="0">
              <a:buNone/>
              <a:defRPr sz="5044" b="1"/>
            </a:lvl4pPr>
            <a:lvl5pPr marL="5764926" indent="0">
              <a:buNone/>
              <a:defRPr sz="5044" b="1"/>
            </a:lvl5pPr>
            <a:lvl6pPr marL="7206158" indent="0">
              <a:buNone/>
              <a:defRPr sz="5044" b="1"/>
            </a:lvl6pPr>
            <a:lvl7pPr marL="8647389" indent="0">
              <a:buNone/>
              <a:defRPr sz="5044" b="1"/>
            </a:lvl7pPr>
            <a:lvl8pPr marL="10088621" indent="0">
              <a:buNone/>
              <a:defRPr sz="5044" b="1"/>
            </a:lvl8pPr>
            <a:lvl9pPr marL="11529852" indent="0">
              <a:buNone/>
              <a:defRPr sz="50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0404" y="7896785"/>
            <a:ext cx="12286009" cy="11614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702375" y="5299555"/>
            <a:ext cx="12346516" cy="2597230"/>
          </a:xfrm>
        </p:spPr>
        <p:txBody>
          <a:bodyPr anchor="b"/>
          <a:lstStyle>
            <a:lvl1pPr marL="0" indent="0">
              <a:buNone/>
              <a:defRPr sz="7566" b="1"/>
            </a:lvl1pPr>
            <a:lvl2pPr marL="1441232" indent="0">
              <a:buNone/>
              <a:defRPr sz="6305" b="1"/>
            </a:lvl2pPr>
            <a:lvl3pPr marL="2882463" indent="0">
              <a:buNone/>
              <a:defRPr sz="5674" b="1"/>
            </a:lvl3pPr>
            <a:lvl4pPr marL="4323695" indent="0">
              <a:buNone/>
              <a:defRPr sz="5044" b="1"/>
            </a:lvl4pPr>
            <a:lvl5pPr marL="5764926" indent="0">
              <a:buNone/>
              <a:defRPr sz="5044" b="1"/>
            </a:lvl5pPr>
            <a:lvl6pPr marL="7206158" indent="0">
              <a:buNone/>
              <a:defRPr sz="5044" b="1"/>
            </a:lvl6pPr>
            <a:lvl7pPr marL="8647389" indent="0">
              <a:buNone/>
              <a:defRPr sz="5044" b="1"/>
            </a:lvl7pPr>
            <a:lvl8pPr marL="10088621" indent="0">
              <a:buNone/>
              <a:defRPr sz="5044" b="1"/>
            </a:lvl8pPr>
            <a:lvl9pPr marL="11529852" indent="0">
              <a:buNone/>
              <a:defRPr sz="50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702375" y="7896785"/>
            <a:ext cx="12346516" cy="11614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872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77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778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401" y="1441238"/>
            <a:ext cx="9366712" cy="5044334"/>
          </a:xfrm>
        </p:spPr>
        <p:txBody>
          <a:bodyPr anchor="b"/>
          <a:lstStyle>
            <a:lvl1pPr>
              <a:defRPr sz="10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6516" y="3112679"/>
            <a:ext cx="14702373" cy="15363200"/>
          </a:xfrm>
        </p:spPr>
        <p:txBody>
          <a:bodyPr/>
          <a:lstStyle>
            <a:lvl1pPr>
              <a:defRPr sz="10087"/>
            </a:lvl1pPr>
            <a:lvl2pPr>
              <a:defRPr sz="8826"/>
            </a:lvl2pPr>
            <a:lvl3pPr>
              <a:defRPr sz="7566"/>
            </a:lvl3pPr>
            <a:lvl4pPr>
              <a:defRPr sz="6305"/>
            </a:lvl4pPr>
            <a:lvl5pPr>
              <a:defRPr sz="6305"/>
            </a:lvl5pPr>
            <a:lvl6pPr>
              <a:defRPr sz="6305"/>
            </a:lvl6pPr>
            <a:lvl7pPr>
              <a:defRPr sz="6305"/>
            </a:lvl7pPr>
            <a:lvl8pPr>
              <a:defRPr sz="6305"/>
            </a:lvl8pPr>
            <a:lvl9pPr>
              <a:defRPr sz="63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00401" y="6485573"/>
            <a:ext cx="9366712" cy="12015325"/>
          </a:xfrm>
        </p:spPr>
        <p:txBody>
          <a:bodyPr/>
          <a:lstStyle>
            <a:lvl1pPr marL="0" indent="0">
              <a:buNone/>
              <a:defRPr sz="5044"/>
            </a:lvl1pPr>
            <a:lvl2pPr marL="1441232" indent="0">
              <a:buNone/>
              <a:defRPr sz="4413"/>
            </a:lvl2pPr>
            <a:lvl3pPr marL="2882463" indent="0">
              <a:buNone/>
              <a:defRPr sz="3783"/>
            </a:lvl3pPr>
            <a:lvl4pPr marL="4323695" indent="0">
              <a:buNone/>
              <a:defRPr sz="3152"/>
            </a:lvl4pPr>
            <a:lvl5pPr marL="5764926" indent="0">
              <a:buNone/>
              <a:defRPr sz="3152"/>
            </a:lvl5pPr>
            <a:lvl6pPr marL="7206158" indent="0">
              <a:buNone/>
              <a:defRPr sz="3152"/>
            </a:lvl6pPr>
            <a:lvl7pPr marL="8647389" indent="0">
              <a:buNone/>
              <a:defRPr sz="3152"/>
            </a:lvl7pPr>
            <a:lvl8pPr marL="10088621" indent="0">
              <a:buNone/>
              <a:defRPr sz="3152"/>
            </a:lvl8pPr>
            <a:lvl9pPr marL="11529852" indent="0">
              <a:buNone/>
              <a:defRPr sz="31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550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401" y="1441238"/>
            <a:ext cx="9366712" cy="5044334"/>
          </a:xfrm>
        </p:spPr>
        <p:txBody>
          <a:bodyPr anchor="b"/>
          <a:lstStyle>
            <a:lvl1pPr>
              <a:defRPr sz="10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346516" y="3112679"/>
            <a:ext cx="14702373" cy="15363200"/>
          </a:xfrm>
        </p:spPr>
        <p:txBody>
          <a:bodyPr anchor="t"/>
          <a:lstStyle>
            <a:lvl1pPr marL="0" indent="0">
              <a:buNone/>
              <a:defRPr sz="10087"/>
            </a:lvl1pPr>
            <a:lvl2pPr marL="1441232" indent="0">
              <a:buNone/>
              <a:defRPr sz="8826"/>
            </a:lvl2pPr>
            <a:lvl3pPr marL="2882463" indent="0">
              <a:buNone/>
              <a:defRPr sz="7566"/>
            </a:lvl3pPr>
            <a:lvl4pPr marL="4323695" indent="0">
              <a:buNone/>
              <a:defRPr sz="6305"/>
            </a:lvl4pPr>
            <a:lvl5pPr marL="5764926" indent="0">
              <a:buNone/>
              <a:defRPr sz="6305"/>
            </a:lvl5pPr>
            <a:lvl6pPr marL="7206158" indent="0">
              <a:buNone/>
              <a:defRPr sz="6305"/>
            </a:lvl6pPr>
            <a:lvl7pPr marL="8647389" indent="0">
              <a:buNone/>
              <a:defRPr sz="6305"/>
            </a:lvl7pPr>
            <a:lvl8pPr marL="10088621" indent="0">
              <a:buNone/>
              <a:defRPr sz="6305"/>
            </a:lvl8pPr>
            <a:lvl9pPr marL="11529852" indent="0">
              <a:buNone/>
              <a:defRPr sz="630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00401" y="6485573"/>
            <a:ext cx="9366712" cy="12015325"/>
          </a:xfrm>
        </p:spPr>
        <p:txBody>
          <a:bodyPr/>
          <a:lstStyle>
            <a:lvl1pPr marL="0" indent="0">
              <a:buNone/>
              <a:defRPr sz="5044"/>
            </a:lvl1pPr>
            <a:lvl2pPr marL="1441232" indent="0">
              <a:buNone/>
              <a:defRPr sz="4413"/>
            </a:lvl2pPr>
            <a:lvl3pPr marL="2882463" indent="0">
              <a:buNone/>
              <a:defRPr sz="3783"/>
            </a:lvl3pPr>
            <a:lvl4pPr marL="4323695" indent="0">
              <a:buNone/>
              <a:defRPr sz="3152"/>
            </a:lvl4pPr>
            <a:lvl5pPr marL="5764926" indent="0">
              <a:buNone/>
              <a:defRPr sz="3152"/>
            </a:lvl5pPr>
            <a:lvl6pPr marL="7206158" indent="0">
              <a:buNone/>
              <a:defRPr sz="3152"/>
            </a:lvl6pPr>
            <a:lvl7pPr marL="8647389" indent="0">
              <a:buNone/>
              <a:defRPr sz="3152"/>
            </a:lvl7pPr>
            <a:lvl8pPr marL="10088621" indent="0">
              <a:buNone/>
              <a:defRPr sz="3152"/>
            </a:lvl8pPr>
            <a:lvl9pPr marL="11529852" indent="0">
              <a:buNone/>
              <a:defRPr sz="31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603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98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782986" y="1150989"/>
            <a:ext cx="6262122" cy="1832074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96620" y="1150989"/>
            <a:ext cx="18423344" cy="1832074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872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96619" y="1150994"/>
            <a:ext cx="25048488" cy="417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6619" y="5754945"/>
            <a:ext cx="25048488" cy="13716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96619" y="20037221"/>
            <a:ext cx="6534388" cy="1150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49644-9197-495D-AD14-F85B00396347}" type="datetimeFigureOut">
              <a:rPr lang="de-DE" smtClean="0"/>
              <a:t>07.01.26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20072" y="20037221"/>
            <a:ext cx="9801582" cy="1150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510718" y="20037221"/>
            <a:ext cx="6534388" cy="1150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B2FF9-B3AD-489F-A924-12B5730BCCC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52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82463" rtl="0" eaLnBrk="1" latinLnBrk="0" hangingPunct="1">
        <a:lnSpc>
          <a:spcPct val="90000"/>
        </a:lnSpc>
        <a:spcBef>
          <a:spcPct val="0"/>
        </a:spcBef>
        <a:buNone/>
        <a:defRPr sz="138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616" indent="-720616" algn="l" defTabSz="2882463" rtl="0" eaLnBrk="1" latinLnBrk="0" hangingPunct="1">
        <a:lnSpc>
          <a:spcPct val="90000"/>
        </a:lnSpc>
        <a:spcBef>
          <a:spcPts val="3152"/>
        </a:spcBef>
        <a:buFont typeface="Arial" panose="020B0604020202020204" pitchFamily="34" charset="0"/>
        <a:buChar char="•"/>
        <a:defRPr sz="8826" kern="1200">
          <a:solidFill>
            <a:schemeClr val="tx1"/>
          </a:solidFill>
          <a:latin typeface="+mn-lt"/>
          <a:ea typeface="+mn-ea"/>
          <a:cs typeface="+mn-cs"/>
        </a:defRPr>
      </a:lvl1pPr>
      <a:lvl2pPr marL="2161847" indent="-720616" algn="l" defTabSz="2882463" rtl="0" eaLnBrk="1" latinLnBrk="0" hangingPunct="1">
        <a:lnSpc>
          <a:spcPct val="90000"/>
        </a:lnSpc>
        <a:spcBef>
          <a:spcPts val="1576"/>
        </a:spcBef>
        <a:buFont typeface="Arial" panose="020B0604020202020204" pitchFamily="34" charset="0"/>
        <a:buChar char="•"/>
        <a:defRPr sz="7566" kern="1200">
          <a:solidFill>
            <a:schemeClr val="tx1"/>
          </a:solidFill>
          <a:latin typeface="+mn-lt"/>
          <a:ea typeface="+mn-ea"/>
          <a:cs typeface="+mn-cs"/>
        </a:defRPr>
      </a:lvl2pPr>
      <a:lvl3pPr marL="3603079" indent="-720616" algn="l" defTabSz="2882463" rtl="0" eaLnBrk="1" latinLnBrk="0" hangingPunct="1">
        <a:lnSpc>
          <a:spcPct val="90000"/>
        </a:lnSpc>
        <a:spcBef>
          <a:spcPts val="1576"/>
        </a:spcBef>
        <a:buFont typeface="Arial" panose="020B0604020202020204" pitchFamily="34" charset="0"/>
        <a:buChar char="•"/>
        <a:defRPr sz="6305" kern="1200">
          <a:solidFill>
            <a:schemeClr val="tx1"/>
          </a:solidFill>
          <a:latin typeface="+mn-lt"/>
          <a:ea typeface="+mn-ea"/>
          <a:cs typeface="+mn-cs"/>
        </a:defRPr>
      </a:lvl3pPr>
      <a:lvl4pPr marL="5044310" indent="-720616" algn="l" defTabSz="2882463" rtl="0" eaLnBrk="1" latinLnBrk="0" hangingPunct="1">
        <a:lnSpc>
          <a:spcPct val="90000"/>
        </a:lnSpc>
        <a:spcBef>
          <a:spcPts val="1576"/>
        </a:spcBef>
        <a:buFont typeface="Arial" panose="020B0604020202020204" pitchFamily="34" charset="0"/>
        <a:buChar char="•"/>
        <a:defRPr sz="5674" kern="1200">
          <a:solidFill>
            <a:schemeClr val="tx1"/>
          </a:solidFill>
          <a:latin typeface="+mn-lt"/>
          <a:ea typeface="+mn-ea"/>
          <a:cs typeface="+mn-cs"/>
        </a:defRPr>
      </a:lvl4pPr>
      <a:lvl5pPr marL="6485542" indent="-720616" algn="l" defTabSz="2882463" rtl="0" eaLnBrk="1" latinLnBrk="0" hangingPunct="1">
        <a:lnSpc>
          <a:spcPct val="90000"/>
        </a:lnSpc>
        <a:spcBef>
          <a:spcPts val="1576"/>
        </a:spcBef>
        <a:buFont typeface="Arial" panose="020B0604020202020204" pitchFamily="34" charset="0"/>
        <a:buChar char="•"/>
        <a:defRPr sz="5674" kern="1200">
          <a:solidFill>
            <a:schemeClr val="tx1"/>
          </a:solidFill>
          <a:latin typeface="+mn-lt"/>
          <a:ea typeface="+mn-ea"/>
          <a:cs typeface="+mn-cs"/>
        </a:defRPr>
      </a:lvl5pPr>
      <a:lvl6pPr marL="7926774" indent="-720616" algn="l" defTabSz="2882463" rtl="0" eaLnBrk="1" latinLnBrk="0" hangingPunct="1">
        <a:lnSpc>
          <a:spcPct val="90000"/>
        </a:lnSpc>
        <a:spcBef>
          <a:spcPts val="1576"/>
        </a:spcBef>
        <a:buFont typeface="Arial" panose="020B0604020202020204" pitchFamily="34" charset="0"/>
        <a:buChar char="•"/>
        <a:defRPr sz="5674" kern="1200">
          <a:solidFill>
            <a:schemeClr val="tx1"/>
          </a:solidFill>
          <a:latin typeface="+mn-lt"/>
          <a:ea typeface="+mn-ea"/>
          <a:cs typeface="+mn-cs"/>
        </a:defRPr>
      </a:lvl6pPr>
      <a:lvl7pPr marL="9368005" indent="-720616" algn="l" defTabSz="2882463" rtl="0" eaLnBrk="1" latinLnBrk="0" hangingPunct="1">
        <a:lnSpc>
          <a:spcPct val="90000"/>
        </a:lnSpc>
        <a:spcBef>
          <a:spcPts val="1576"/>
        </a:spcBef>
        <a:buFont typeface="Arial" panose="020B0604020202020204" pitchFamily="34" charset="0"/>
        <a:buChar char="•"/>
        <a:defRPr sz="5674" kern="1200">
          <a:solidFill>
            <a:schemeClr val="tx1"/>
          </a:solidFill>
          <a:latin typeface="+mn-lt"/>
          <a:ea typeface="+mn-ea"/>
          <a:cs typeface="+mn-cs"/>
        </a:defRPr>
      </a:lvl7pPr>
      <a:lvl8pPr marL="10809237" indent="-720616" algn="l" defTabSz="2882463" rtl="0" eaLnBrk="1" latinLnBrk="0" hangingPunct="1">
        <a:lnSpc>
          <a:spcPct val="90000"/>
        </a:lnSpc>
        <a:spcBef>
          <a:spcPts val="1576"/>
        </a:spcBef>
        <a:buFont typeface="Arial" panose="020B0604020202020204" pitchFamily="34" charset="0"/>
        <a:buChar char="•"/>
        <a:defRPr sz="5674" kern="1200">
          <a:solidFill>
            <a:schemeClr val="tx1"/>
          </a:solidFill>
          <a:latin typeface="+mn-lt"/>
          <a:ea typeface="+mn-ea"/>
          <a:cs typeface="+mn-cs"/>
        </a:defRPr>
      </a:lvl8pPr>
      <a:lvl9pPr marL="12250468" indent="-720616" algn="l" defTabSz="2882463" rtl="0" eaLnBrk="1" latinLnBrk="0" hangingPunct="1">
        <a:lnSpc>
          <a:spcPct val="90000"/>
        </a:lnSpc>
        <a:spcBef>
          <a:spcPts val="1576"/>
        </a:spcBef>
        <a:buFont typeface="Arial" panose="020B0604020202020204" pitchFamily="34" charset="0"/>
        <a:buChar char="•"/>
        <a:defRPr sz="56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2463" rtl="0" eaLnBrk="1" latinLnBrk="0" hangingPunct="1">
        <a:defRPr sz="5674" kern="1200">
          <a:solidFill>
            <a:schemeClr val="tx1"/>
          </a:solidFill>
          <a:latin typeface="+mn-lt"/>
          <a:ea typeface="+mn-ea"/>
          <a:cs typeface="+mn-cs"/>
        </a:defRPr>
      </a:lvl1pPr>
      <a:lvl2pPr marL="1441232" algn="l" defTabSz="2882463" rtl="0" eaLnBrk="1" latinLnBrk="0" hangingPunct="1">
        <a:defRPr sz="5674" kern="1200">
          <a:solidFill>
            <a:schemeClr val="tx1"/>
          </a:solidFill>
          <a:latin typeface="+mn-lt"/>
          <a:ea typeface="+mn-ea"/>
          <a:cs typeface="+mn-cs"/>
        </a:defRPr>
      </a:lvl2pPr>
      <a:lvl3pPr marL="2882463" algn="l" defTabSz="2882463" rtl="0" eaLnBrk="1" latinLnBrk="0" hangingPunct="1">
        <a:defRPr sz="5674" kern="1200">
          <a:solidFill>
            <a:schemeClr val="tx1"/>
          </a:solidFill>
          <a:latin typeface="+mn-lt"/>
          <a:ea typeface="+mn-ea"/>
          <a:cs typeface="+mn-cs"/>
        </a:defRPr>
      </a:lvl3pPr>
      <a:lvl4pPr marL="4323695" algn="l" defTabSz="2882463" rtl="0" eaLnBrk="1" latinLnBrk="0" hangingPunct="1">
        <a:defRPr sz="5674" kern="1200">
          <a:solidFill>
            <a:schemeClr val="tx1"/>
          </a:solidFill>
          <a:latin typeface="+mn-lt"/>
          <a:ea typeface="+mn-ea"/>
          <a:cs typeface="+mn-cs"/>
        </a:defRPr>
      </a:lvl4pPr>
      <a:lvl5pPr marL="5764926" algn="l" defTabSz="2882463" rtl="0" eaLnBrk="1" latinLnBrk="0" hangingPunct="1">
        <a:defRPr sz="5674" kern="1200">
          <a:solidFill>
            <a:schemeClr val="tx1"/>
          </a:solidFill>
          <a:latin typeface="+mn-lt"/>
          <a:ea typeface="+mn-ea"/>
          <a:cs typeface="+mn-cs"/>
        </a:defRPr>
      </a:lvl5pPr>
      <a:lvl6pPr marL="7206158" algn="l" defTabSz="2882463" rtl="0" eaLnBrk="1" latinLnBrk="0" hangingPunct="1">
        <a:defRPr sz="5674" kern="1200">
          <a:solidFill>
            <a:schemeClr val="tx1"/>
          </a:solidFill>
          <a:latin typeface="+mn-lt"/>
          <a:ea typeface="+mn-ea"/>
          <a:cs typeface="+mn-cs"/>
        </a:defRPr>
      </a:lvl6pPr>
      <a:lvl7pPr marL="8647389" algn="l" defTabSz="2882463" rtl="0" eaLnBrk="1" latinLnBrk="0" hangingPunct="1">
        <a:defRPr sz="5674" kern="1200">
          <a:solidFill>
            <a:schemeClr val="tx1"/>
          </a:solidFill>
          <a:latin typeface="+mn-lt"/>
          <a:ea typeface="+mn-ea"/>
          <a:cs typeface="+mn-cs"/>
        </a:defRPr>
      </a:lvl7pPr>
      <a:lvl8pPr marL="10088621" algn="l" defTabSz="2882463" rtl="0" eaLnBrk="1" latinLnBrk="0" hangingPunct="1">
        <a:defRPr sz="5674" kern="1200">
          <a:solidFill>
            <a:schemeClr val="tx1"/>
          </a:solidFill>
          <a:latin typeface="+mn-lt"/>
          <a:ea typeface="+mn-ea"/>
          <a:cs typeface="+mn-cs"/>
        </a:defRPr>
      </a:lvl8pPr>
      <a:lvl9pPr marL="11529852" algn="l" defTabSz="2882463" rtl="0" eaLnBrk="1" latinLnBrk="0" hangingPunct="1">
        <a:defRPr sz="56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AA83D50-E8FA-42C5-8976-3E516A1D50F2}"/>
              </a:ext>
            </a:extLst>
          </p:cNvPr>
          <p:cNvGrpSpPr/>
          <p:nvPr/>
        </p:nvGrpSpPr>
        <p:grpSpPr>
          <a:xfrm>
            <a:off x="283303" y="473432"/>
            <a:ext cx="16403366" cy="11156840"/>
            <a:chOff x="-8010919" y="-4130397"/>
            <a:chExt cx="22971990" cy="137774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BF9FECC-F65C-4505-B19C-08CB3D485C16}"/>
                </a:ext>
              </a:extLst>
            </p:cNvPr>
            <p:cNvGrpSpPr/>
            <p:nvPr/>
          </p:nvGrpSpPr>
          <p:grpSpPr>
            <a:xfrm>
              <a:off x="-8010919" y="-4130397"/>
              <a:ext cx="22971990" cy="13777400"/>
              <a:chOff x="-271176" y="-668740"/>
              <a:chExt cx="22971990" cy="137774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ED204E8B-114B-4072-B8AD-25B471FDD9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072" t="35013" r="23339" b="20139"/>
              <a:stretch/>
            </p:blipFill>
            <p:spPr>
              <a:xfrm>
                <a:off x="2882301" y="7702747"/>
                <a:ext cx="6459438" cy="5405913"/>
              </a:xfrm>
              <a:prstGeom prst="rect">
                <a:avLst/>
              </a:prstGeom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833CD2A-73BD-4E1C-8909-F4BAE01FD34F}"/>
                  </a:ext>
                </a:extLst>
              </p:cNvPr>
              <p:cNvGrpSpPr/>
              <p:nvPr/>
            </p:nvGrpSpPr>
            <p:grpSpPr>
              <a:xfrm>
                <a:off x="-271176" y="-668740"/>
                <a:ext cx="22971990" cy="11656432"/>
                <a:chOff x="-271176" y="-668740"/>
                <a:chExt cx="22971990" cy="11656432"/>
              </a:xfrm>
            </p:grpSpPr>
            <p:sp>
              <p:nvSpPr>
                <p:cNvPr id="12" name="Cylinder 11">
                  <a:extLst>
                    <a:ext uri="{FF2B5EF4-FFF2-40B4-BE49-F238E27FC236}">
                      <a16:creationId xmlns:a16="http://schemas.microsoft.com/office/drawing/2014/main" id="{106DEC1B-5D79-4583-97E3-783486350B9A}"/>
                    </a:ext>
                  </a:extLst>
                </p:cNvPr>
                <p:cNvSpPr/>
                <p:nvPr/>
              </p:nvSpPr>
              <p:spPr>
                <a:xfrm>
                  <a:off x="5056395" y="7609596"/>
                  <a:ext cx="2098021" cy="1517952"/>
                </a:xfrm>
                <a:prstGeom prst="can">
                  <a:avLst/>
                </a:prstGeom>
                <a:solidFill>
                  <a:srgbClr val="93939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" name="Cube 12">
                  <a:extLst>
                    <a:ext uri="{FF2B5EF4-FFF2-40B4-BE49-F238E27FC236}">
                      <a16:creationId xmlns:a16="http://schemas.microsoft.com/office/drawing/2014/main" id="{484FBB5F-9EA9-43DF-8FF0-D85EA63920B4}"/>
                    </a:ext>
                  </a:extLst>
                </p:cNvPr>
                <p:cNvSpPr/>
                <p:nvPr/>
              </p:nvSpPr>
              <p:spPr>
                <a:xfrm rot="5400000" flipH="1">
                  <a:off x="5436006" y="5901511"/>
                  <a:ext cx="1210555" cy="5734188"/>
                </a:xfrm>
                <a:prstGeom prst="cube">
                  <a:avLst>
                    <a:gd name="adj" fmla="val 74675"/>
                  </a:avLst>
                </a:prstGeom>
                <a:solidFill>
                  <a:srgbClr val="939393">
                    <a:alpha val="68000"/>
                  </a:srgb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4" name="Cube 13">
                  <a:extLst>
                    <a:ext uri="{FF2B5EF4-FFF2-40B4-BE49-F238E27FC236}">
                      <a16:creationId xmlns:a16="http://schemas.microsoft.com/office/drawing/2014/main" id="{2B8BEEA1-26D1-498F-872A-4422AC9261B1}"/>
                    </a:ext>
                  </a:extLst>
                </p:cNvPr>
                <p:cNvSpPr/>
                <p:nvPr/>
              </p:nvSpPr>
              <p:spPr>
                <a:xfrm>
                  <a:off x="3174190" y="3720551"/>
                  <a:ext cx="5872298" cy="4432094"/>
                </a:xfrm>
                <a:prstGeom prst="cube">
                  <a:avLst>
                    <a:gd name="adj" fmla="val 3353"/>
                  </a:avLst>
                </a:prstGeom>
                <a:solidFill>
                  <a:srgbClr val="939393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" name="Cylinder 14">
                  <a:extLst>
                    <a:ext uri="{FF2B5EF4-FFF2-40B4-BE49-F238E27FC236}">
                      <a16:creationId xmlns:a16="http://schemas.microsoft.com/office/drawing/2014/main" id="{41D1BEA0-2DB5-48AE-97EA-12B1E7DD73B6}"/>
                    </a:ext>
                  </a:extLst>
                </p:cNvPr>
                <p:cNvSpPr/>
                <p:nvPr/>
              </p:nvSpPr>
              <p:spPr>
                <a:xfrm rot="5400000">
                  <a:off x="2864930" y="6634046"/>
                  <a:ext cx="1262672" cy="612418"/>
                </a:xfrm>
                <a:prstGeom prst="can">
                  <a:avLst>
                    <a:gd name="adj" fmla="val 5000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72A9B69-5C31-4B9E-B442-9DD45C5CE600}"/>
                    </a:ext>
                  </a:extLst>
                </p:cNvPr>
                <p:cNvGrpSpPr/>
                <p:nvPr/>
              </p:nvGrpSpPr>
              <p:grpSpPr>
                <a:xfrm>
                  <a:off x="3154079" y="879315"/>
                  <a:ext cx="5998449" cy="7428155"/>
                  <a:chOff x="3004486" y="-2374045"/>
                  <a:chExt cx="5164676" cy="6745478"/>
                </a:xfrm>
              </p:grpSpPr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624538D1-951A-4264-8DE6-A6C5A43312A4}"/>
                      </a:ext>
                    </a:extLst>
                  </p:cNvPr>
                  <p:cNvGrpSpPr/>
                  <p:nvPr/>
                </p:nvGrpSpPr>
                <p:grpSpPr>
                  <a:xfrm>
                    <a:off x="3997311" y="-2374045"/>
                    <a:ext cx="3649080" cy="5789645"/>
                    <a:chOff x="1321461" y="-1624263"/>
                    <a:chExt cx="3919927" cy="6262109"/>
                  </a:xfrm>
                </p:grpSpPr>
                <p:cxnSp>
                  <p:nvCxnSpPr>
                    <p:cNvPr id="56" name="Straight Connector 55">
                      <a:extLst>
                        <a:ext uri="{FF2B5EF4-FFF2-40B4-BE49-F238E27FC236}">
                          <a16:creationId xmlns:a16="http://schemas.microsoft.com/office/drawing/2014/main" id="{FE4D7E14-7648-40E1-BB80-5282C1E7AB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087837" y="1135431"/>
                      <a:ext cx="124859" cy="139635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7" name="Group 56">
                      <a:extLst>
                        <a:ext uri="{FF2B5EF4-FFF2-40B4-BE49-F238E27FC236}">
                          <a16:creationId xmlns:a16="http://schemas.microsoft.com/office/drawing/2014/main" id="{58D76408-A112-4B9A-B382-652235D79D59}"/>
                        </a:ext>
                      </a:extLst>
                    </p:cNvPr>
                    <p:cNvGrpSpPr/>
                    <p:nvPr/>
                  </p:nvGrpSpPr>
                  <p:grpSpPr>
                    <a:xfrm rot="428258">
                      <a:off x="1538403" y="998555"/>
                      <a:ext cx="2975839" cy="3639291"/>
                      <a:chOff x="1247516" y="719551"/>
                      <a:chExt cx="2975839" cy="3639291"/>
                    </a:xfrm>
                  </p:grpSpPr>
                  <p:grpSp>
                    <p:nvGrpSpPr>
                      <p:cNvPr id="75" name="Group 74">
                        <a:extLst>
                          <a:ext uri="{FF2B5EF4-FFF2-40B4-BE49-F238E27FC236}">
                            <a16:creationId xmlns:a16="http://schemas.microsoft.com/office/drawing/2014/main" id="{708346C7-2CB9-4490-B08D-7DDCBB5EFB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47516" y="719551"/>
                        <a:ext cx="2975839" cy="3639291"/>
                        <a:chOff x="1354608" y="1311965"/>
                        <a:chExt cx="2975839" cy="3639291"/>
                      </a:xfrm>
                    </p:grpSpPr>
                    <p:pic>
                      <p:nvPicPr>
                        <p:cNvPr id="77" name="Picture 76">
                          <a:extLst>
                            <a:ext uri="{FF2B5EF4-FFF2-40B4-BE49-F238E27FC236}">
                              <a16:creationId xmlns:a16="http://schemas.microsoft.com/office/drawing/2014/main" id="{DD9C5CC4-C8AA-47A3-9CBA-E5F6DFD4A45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54608" y="1659519"/>
                          <a:ext cx="2975839" cy="3291737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78" name="Picture 77">
                          <a:extLst>
                            <a:ext uri="{FF2B5EF4-FFF2-40B4-BE49-F238E27FC236}">
                              <a16:creationId xmlns:a16="http://schemas.microsoft.com/office/drawing/2014/main" id="{19CFB0CD-E2C2-4AB1-B4B4-AA728965F07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5883" t="10908" r="59796" b="47377"/>
                        <a:stretch/>
                      </p:blipFill>
                      <p:spPr>
                        <a:xfrm rot="21025732">
                          <a:off x="2207319" y="1311965"/>
                          <a:ext cx="773801" cy="2121761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6" name="Picture 75">
                        <a:extLst>
                          <a:ext uri="{FF2B5EF4-FFF2-40B4-BE49-F238E27FC236}">
                            <a16:creationId xmlns:a16="http://schemas.microsoft.com/office/drawing/2014/main" id="{15593082-0807-447D-BBF7-EDA1430133D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479"/>
                      <a:stretch/>
                    </p:blipFill>
                    <p:spPr>
                      <a:xfrm rot="20577585">
                        <a:off x="1335279" y="864107"/>
                        <a:ext cx="1149369" cy="2276793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58" name="Cylinder 57">
                      <a:extLst>
                        <a:ext uri="{FF2B5EF4-FFF2-40B4-BE49-F238E27FC236}">
                          <a16:creationId xmlns:a16="http://schemas.microsoft.com/office/drawing/2014/main" id="{8FFCBA9F-DBB1-41D2-A73F-BDFC055CDB8B}"/>
                        </a:ext>
                      </a:extLst>
                    </p:cNvPr>
                    <p:cNvSpPr/>
                    <p:nvPr/>
                  </p:nvSpPr>
                  <p:spPr>
                    <a:xfrm rot="432826">
                      <a:off x="2947697" y="1028955"/>
                      <a:ext cx="428503" cy="807487"/>
                    </a:xfrm>
                    <a:prstGeom prst="can">
                      <a:avLst>
                        <a:gd name="adj" fmla="val 26754"/>
                      </a:avLst>
                    </a:prstGeom>
                    <a:solidFill>
                      <a:srgbClr val="D6DCE5">
                        <a:alpha val="32941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pic>
                  <p:nvPicPr>
                    <p:cNvPr id="59" name="Picture 58">
                      <a:extLst>
                        <a:ext uri="{FF2B5EF4-FFF2-40B4-BE49-F238E27FC236}">
                          <a16:creationId xmlns:a16="http://schemas.microsoft.com/office/drawing/2014/main" id="{21973903-33CE-45B8-822A-B489E341540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462051">
                      <a:off x="2992710" y="534338"/>
                      <a:ext cx="532414" cy="58702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60" name="Cylinder 59">
                      <a:extLst>
                        <a:ext uri="{FF2B5EF4-FFF2-40B4-BE49-F238E27FC236}">
                          <a16:creationId xmlns:a16="http://schemas.microsoft.com/office/drawing/2014/main" id="{5EE89F6B-78AC-4A82-9CF0-DEAEBE269A75}"/>
                        </a:ext>
                      </a:extLst>
                    </p:cNvPr>
                    <p:cNvSpPr/>
                    <p:nvPr/>
                  </p:nvSpPr>
                  <p:spPr>
                    <a:xfrm rot="1583565">
                      <a:off x="3947117" y="1380084"/>
                      <a:ext cx="465128" cy="848498"/>
                    </a:xfrm>
                    <a:prstGeom prst="can">
                      <a:avLst>
                        <a:gd name="adj" fmla="val 26754"/>
                      </a:avLst>
                    </a:prstGeom>
                    <a:solidFill>
                      <a:srgbClr val="D6DCE5">
                        <a:alpha val="32941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pic>
                  <p:nvPicPr>
                    <p:cNvPr id="61" name="Picture 60">
                      <a:extLst>
                        <a:ext uri="{FF2B5EF4-FFF2-40B4-BE49-F238E27FC236}">
                          <a16:creationId xmlns:a16="http://schemas.microsoft.com/office/drawing/2014/main" id="{0E73802A-E1DA-4FBE-99F0-977A05E947B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513223">
                      <a:off x="4135951" y="1043564"/>
                      <a:ext cx="532414" cy="58702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62" name="Cylinder 61">
                      <a:extLst>
                        <a:ext uri="{FF2B5EF4-FFF2-40B4-BE49-F238E27FC236}">
                          <a16:creationId xmlns:a16="http://schemas.microsoft.com/office/drawing/2014/main" id="{BD7EAC04-2F7E-48AF-90B9-762E10345724}"/>
                        </a:ext>
                      </a:extLst>
                    </p:cNvPr>
                    <p:cNvSpPr/>
                    <p:nvPr/>
                  </p:nvSpPr>
                  <p:spPr>
                    <a:xfrm rot="20708993">
                      <a:off x="1847285" y="1106086"/>
                      <a:ext cx="410634" cy="563202"/>
                    </a:xfrm>
                    <a:prstGeom prst="can">
                      <a:avLst>
                        <a:gd name="adj" fmla="val 26754"/>
                      </a:avLst>
                    </a:prstGeom>
                    <a:solidFill>
                      <a:srgbClr val="D6DCE5">
                        <a:alpha val="32941"/>
                      </a:srgb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pic>
                  <p:nvPicPr>
                    <p:cNvPr id="63" name="Picture 62">
                      <a:extLst>
                        <a:ext uri="{FF2B5EF4-FFF2-40B4-BE49-F238E27FC236}">
                          <a16:creationId xmlns:a16="http://schemas.microsoft.com/office/drawing/2014/main" id="{46059C64-3663-40BE-A658-C4FA63DF515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20631782">
                      <a:off x="1653343" y="625520"/>
                      <a:ext cx="532414" cy="587020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64" name="Straight Connector 63">
                      <a:extLst>
                        <a:ext uri="{FF2B5EF4-FFF2-40B4-BE49-F238E27FC236}">
                          <a16:creationId xmlns:a16="http://schemas.microsoft.com/office/drawing/2014/main" id="{13A667E5-7B80-4951-BB60-37FEF0EDD26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359933" y="-1142537"/>
                      <a:ext cx="512350" cy="1881796"/>
                    </a:xfrm>
                    <a:prstGeom prst="line">
                      <a:avLst/>
                    </a:prstGeom>
                    <a:ln w="571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5" name="Cylinder 64">
                      <a:extLst>
                        <a:ext uri="{FF2B5EF4-FFF2-40B4-BE49-F238E27FC236}">
                          <a16:creationId xmlns:a16="http://schemas.microsoft.com/office/drawing/2014/main" id="{6017A6A0-9062-4785-9194-6FF8E4B702B6}"/>
                        </a:ext>
                      </a:extLst>
                    </p:cNvPr>
                    <p:cNvSpPr/>
                    <p:nvPr/>
                  </p:nvSpPr>
                  <p:spPr>
                    <a:xfrm rot="358786">
                      <a:off x="3200370" y="-1354531"/>
                      <a:ext cx="389022" cy="2025099"/>
                    </a:xfrm>
                    <a:prstGeom prst="can">
                      <a:avLst/>
                    </a:prstGeom>
                    <a:solidFill>
                      <a:schemeClr val="tx1">
                        <a:lumMod val="65000"/>
                        <a:lumOff val="3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cxnSp>
                  <p:nvCxnSpPr>
                    <p:cNvPr id="66" name="Straight Connector 65">
                      <a:extLst>
                        <a:ext uri="{FF2B5EF4-FFF2-40B4-BE49-F238E27FC236}">
                          <a16:creationId xmlns:a16="http://schemas.microsoft.com/office/drawing/2014/main" id="{4629915C-B43C-4727-9F53-B85B304F56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015622" y="1200606"/>
                      <a:ext cx="69433" cy="241749"/>
                    </a:xfrm>
                    <a:prstGeom prst="line">
                      <a:avLst/>
                    </a:prstGeom>
                    <a:ln w="571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580B54B3-A26B-48C6-AD8E-72A68A3E96B0}"/>
                        </a:ext>
                      </a:extLst>
                    </p:cNvPr>
                    <p:cNvSpPr/>
                    <p:nvPr/>
                  </p:nvSpPr>
                  <p:spPr>
                    <a:xfrm rot="20662035">
                      <a:off x="1321461" y="-1383337"/>
                      <a:ext cx="52877" cy="332444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cxnSp>
                  <p:nvCxnSpPr>
                    <p:cNvPr id="68" name="Straight Connector 67">
                      <a:extLst>
                        <a:ext uri="{FF2B5EF4-FFF2-40B4-BE49-F238E27FC236}">
                          <a16:creationId xmlns:a16="http://schemas.microsoft.com/office/drawing/2014/main" id="{186B1295-9C01-43F2-897F-5DE1B26869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461993" y="-624278"/>
                      <a:ext cx="779395" cy="1815018"/>
                    </a:xfrm>
                    <a:prstGeom prst="line">
                      <a:avLst/>
                    </a:prstGeom>
                    <a:ln w="571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Straight Connector 68">
                      <a:extLst>
                        <a:ext uri="{FF2B5EF4-FFF2-40B4-BE49-F238E27FC236}">
                          <a16:creationId xmlns:a16="http://schemas.microsoft.com/office/drawing/2014/main" id="{3D3E7D35-7B0E-4922-A65A-642C8C69FB6F}"/>
                        </a:ext>
                      </a:extLst>
                    </p:cNvPr>
                    <p:cNvCxnSpPr>
                      <a:cxnSpLocks/>
                      <a:endCxn id="60" idx="3"/>
                    </p:cNvCxnSpPr>
                    <p:nvPr/>
                  </p:nvCxnSpPr>
                  <p:spPr>
                    <a:xfrm flipH="1">
                      <a:off x="3991093" y="1607261"/>
                      <a:ext cx="288348" cy="577101"/>
                    </a:xfrm>
                    <a:prstGeom prst="line">
                      <a:avLst/>
                    </a:prstGeom>
                    <a:ln w="38100">
                      <a:solidFill>
                        <a:schemeClr val="bg2">
                          <a:lumMod val="50000"/>
                          <a:alpha val="42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0" name="Group 69">
                      <a:extLst>
                        <a:ext uri="{FF2B5EF4-FFF2-40B4-BE49-F238E27FC236}">
                          <a16:creationId xmlns:a16="http://schemas.microsoft.com/office/drawing/2014/main" id="{290CD376-01E7-49A9-8BCD-31CB068B72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42460" y="115974"/>
                      <a:ext cx="647816" cy="1323710"/>
                      <a:chOff x="2516404" y="-39475"/>
                      <a:chExt cx="647816" cy="1323710"/>
                    </a:xfrm>
                  </p:grpSpPr>
                  <p:sp>
                    <p:nvSpPr>
                      <p:cNvPr id="73" name="Cylinder 72">
                        <a:extLst>
                          <a:ext uri="{FF2B5EF4-FFF2-40B4-BE49-F238E27FC236}">
                            <a16:creationId xmlns:a16="http://schemas.microsoft.com/office/drawing/2014/main" id="{F8240C76-198F-40DA-98C8-FB72CE19839F}"/>
                          </a:ext>
                        </a:extLst>
                      </p:cNvPr>
                      <p:cNvSpPr/>
                      <p:nvPr/>
                    </p:nvSpPr>
                    <p:spPr>
                      <a:xfrm rot="21540264">
                        <a:off x="2563970" y="435737"/>
                        <a:ext cx="570976" cy="848498"/>
                      </a:xfrm>
                      <a:prstGeom prst="can">
                        <a:avLst>
                          <a:gd name="adj" fmla="val 26754"/>
                        </a:avLst>
                      </a:prstGeom>
                      <a:solidFill>
                        <a:srgbClr val="D6DCE5">
                          <a:alpha val="47843"/>
                        </a:srgb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pic>
                    <p:nvPicPr>
                      <p:cNvPr id="74" name="Picture 73">
                        <a:extLst>
                          <a:ext uri="{FF2B5EF4-FFF2-40B4-BE49-F238E27FC236}">
                            <a16:creationId xmlns:a16="http://schemas.microsoft.com/office/drawing/2014/main" id="{051307A0-48DD-4A22-B5F8-9FB979E1EB2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 rot="27308">
                        <a:off x="2516404" y="-39475"/>
                        <a:ext cx="647816" cy="714258"/>
                      </a:xfrm>
                      <a:prstGeom prst="rect">
                        <a:avLst/>
                      </a:prstGeom>
                    </p:spPr>
                  </p:pic>
                </p:grpSp>
                <p:cxnSp>
                  <p:nvCxnSpPr>
                    <p:cNvPr id="71" name="Straight Connector 70">
                      <a:extLst>
                        <a:ext uri="{FF2B5EF4-FFF2-40B4-BE49-F238E27FC236}">
                          <a16:creationId xmlns:a16="http://schemas.microsoft.com/office/drawing/2014/main" id="{17872BF7-6974-40C1-9C2C-C01CCF02726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860845" y="-1624263"/>
                      <a:ext cx="35818" cy="1957874"/>
                    </a:xfrm>
                    <a:prstGeom prst="line">
                      <a:avLst/>
                    </a:prstGeom>
                    <a:ln w="57150"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Connector 71">
                      <a:extLst>
                        <a:ext uri="{FF2B5EF4-FFF2-40B4-BE49-F238E27FC236}">
                          <a16:creationId xmlns:a16="http://schemas.microsoft.com/office/drawing/2014/main" id="{513A7595-41D0-4546-AB4D-7D27FC82D0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893120" y="824404"/>
                      <a:ext cx="1" cy="2142918"/>
                    </a:xfrm>
                    <a:prstGeom prst="line">
                      <a:avLst/>
                    </a:prstGeom>
                    <a:ln w="38100">
                      <a:solidFill>
                        <a:schemeClr val="bg2">
                          <a:lumMod val="50000"/>
                          <a:alpha val="30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pic>
                <p:nvPicPr>
                  <p:cNvPr id="51" name="Picture 50">
                    <a:extLst>
                      <a:ext uri="{FF2B5EF4-FFF2-40B4-BE49-F238E27FC236}">
                        <a16:creationId xmlns:a16="http://schemas.microsoft.com/office/drawing/2014/main" id="{7618FF5B-6F2A-4C5A-8E3A-671BAE05E0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-1482"/>
                  <a:stretch>
                    <a:fillRect/>
                  </a:stretch>
                </p:blipFill>
                <p:spPr>
                  <a:xfrm>
                    <a:off x="3981856" y="1951294"/>
                    <a:ext cx="3108494" cy="2420139"/>
                  </a:xfrm>
                  <a:custGeom>
                    <a:avLst/>
                    <a:gdLst>
                      <a:gd name="connsiteX0" fmla="*/ 0 w 3224122"/>
                      <a:gd name="connsiteY0" fmla="*/ 36656 h 2510162"/>
                      <a:gd name="connsiteX1" fmla="*/ 1029775 w 3224122"/>
                      <a:gd name="connsiteY1" fmla="*/ 36656 h 2510162"/>
                      <a:gd name="connsiteX2" fmla="*/ 858443 w 3224122"/>
                      <a:gd name="connsiteY2" fmla="*/ 86628 h 2510162"/>
                      <a:gd name="connsiteX3" fmla="*/ 608186 w 3224122"/>
                      <a:gd name="connsiteY3" fmla="*/ 125129 h 2510162"/>
                      <a:gd name="connsiteX4" fmla="*/ 685188 w 3224122"/>
                      <a:gd name="connsiteY4" fmla="*/ 221381 h 2510162"/>
                      <a:gd name="connsiteX5" fmla="*/ 810317 w 3224122"/>
                      <a:gd name="connsiteY5" fmla="*/ 240632 h 2510162"/>
                      <a:gd name="connsiteX6" fmla="*/ 1099075 w 3224122"/>
                      <a:gd name="connsiteY6" fmla="*/ 259882 h 2510162"/>
                      <a:gd name="connsiteX7" fmla="*/ 1291580 w 3224122"/>
                      <a:gd name="connsiteY7" fmla="*/ 259882 h 2510162"/>
                      <a:gd name="connsiteX8" fmla="*/ 1570712 w 3224122"/>
                      <a:gd name="connsiteY8" fmla="*/ 279133 h 2510162"/>
                      <a:gd name="connsiteX9" fmla="*/ 1859470 w 3224122"/>
                      <a:gd name="connsiteY9" fmla="*/ 288758 h 2510162"/>
                      <a:gd name="connsiteX10" fmla="*/ 2321483 w 3224122"/>
                      <a:gd name="connsiteY10" fmla="*/ 288758 h 2510162"/>
                      <a:gd name="connsiteX11" fmla="*/ 2523613 w 3224122"/>
                      <a:gd name="connsiteY11" fmla="*/ 231007 h 2510162"/>
                      <a:gd name="connsiteX12" fmla="*/ 2648742 w 3224122"/>
                      <a:gd name="connsiteY12" fmla="*/ 144379 h 2510162"/>
                      <a:gd name="connsiteX13" fmla="*/ 2533239 w 3224122"/>
                      <a:gd name="connsiteY13" fmla="*/ 67377 h 2510162"/>
                      <a:gd name="connsiteX14" fmla="*/ 2463020 w 3224122"/>
                      <a:gd name="connsiteY14" fmla="*/ 36656 h 2510162"/>
                      <a:gd name="connsiteX15" fmla="*/ 3224122 w 3224122"/>
                      <a:gd name="connsiteY15" fmla="*/ 36656 h 2510162"/>
                      <a:gd name="connsiteX16" fmla="*/ 3224122 w 3224122"/>
                      <a:gd name="connsiteY16" fmla="*/ 2510162 h 2510162"/>
                      <a:gd name="connsiteX17" fmla="*/ 0 w 3224122"/>
                      <a:gd name="connsiteY17" fmla="*/ 2510162 h 2510162"/>
                      <a:gd name="connsiteX18" fmla="*/ 1917222 w 3224122"/>
                      <a:gd name="connsiteY18" fmla="*/ 0 h 2510162"/>
                      <a:gd name="connsiteX19" fmla="*/ 2379235 w 3224122"/>
                      <a:gd name="connsiteY19" fmla="*/ 0 h 2510162"/>
                      <a:gd name="connsiteX20" fmla="*/ 2463020 w 3224122"/>
                      <a:gd name="connsiteY20" fmla="*/ 36656 h 2510162"/>
                      <a:gd name="connsiteX21" fmla="*/ 1029775 w 3224122"/>
                      <a:gd name="connsiteY21" fmla="*/ 36656 h 2510162"/>
                      <a:gd name="connsiteX22" fmla="*/ 1089449 w 3224122"/>
                      <a:gd name="connsiteY22" fmla="*/ 19251 h 2510162"/>
                      <a:gd name="connsiteX23" fmla="*/ 1647715 w 3224122"/>
                      <a:gd name="connsiteY23" fmla="*/ 9626 h 25101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3224122" h="2510162">
                        <a:moveTo>
                          <a:pt x="0" y="36656"/>
                        </a:moveTo>
                        <a:lnTo>
                          <a:pt x="1029775" y="36656"/>
                        </a:lnTo>
                        <a:lnTo>
                          <a:pt x="858443" y="86628"/>
                        </a:lnTo>
                        <a:lnTo>
                          <a:pt x="608186" y="125129"/>
                        </a:lnTo>
                        <a:lnTo>
                          <a:pt x="685188" y="221381"/>
                        </a:lnTo>
                        <a:lnTo>
                          <a:pt x="810317" y="240632"/>
                        </a:lnTo>
                        <a:lnTo>
                          <a:pt x="1099075" y="259882"/>
                        </a:lnTo>
                        <a:lnTo>
                          <a:pt x="1291580" y="259882"/>
                        </a:lnTo>
                        <a:lnTo>
                          <a:pt x="1570712" y="279133"/>
                        </a:lnTo>
                        <a:lnTo>
                          <a:pt x="1859470" y="288758"/>
                        </a:lnTo>
                        <a:lnTo>
                          <a:pt x="2321483" y="288758"/>
                        </a:lnTo>
                        <a:lnTo>
                          <a:pt x="2523613" y="231007"/>
                        </a:lnTo>
                        <a:lnTo>
                          <a:pt x="2648742" y="144379"/>
                        </a:lnTo>
                        <a:lnTo>
                          <a:pt x="2533239" y="67377"/>
                        </a:lnTo>
                        <a:lnTo>
                          <a:pt x="2463020" y="36656"/>
                        </a:lnTo>
                        <a:lnTo>
                          <a:pt x="3224122" y="36656"/>
                        </a:lnTo>
                        <a:lnTo>
                          <a:pt x="3224122" y="2510162"/>
                        </a:lnTo>
                        <a:lnTo>
                          <a:pt x="0" y="2510162"/>
                        </a:lnTo>
                        <a:close/>
                        <a:moveTo>
                          <a:pt x="1917222" y="0"/>
                        </a:moveTo>
                        <a:lnTo>
                          <a:pt x="2379235" y="0"/>
                        </a:lnTo>
                        <a:lnTo>
                          <a:pt x="2463020" y="36656"/>
                        </a:lnTo>
                        <a:lnTo>
                          <a:pt x="1029775" y="36656"/>
                        </a:lnTo>
                        <a:lnTo>
                          <a:pt x="1089449" y="19251"/>
                        </a:lnTo>
                        <a:lnTo>
                          <a:pt x="1647715" y="9626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52" name="Picture 51">
                    <a:extLst>
                      <a:ext uri="{FF2B5EF4-FFF2-40B4-BE49-F238E27FC236}">
                        <a16:creationId xmlns:a16="http://schemas.microsoft.com/office/drawing/2014/main" id="{D4EB2D0D-04FF-4553-AA89-B43B77CE67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6014674">
                    <a:off x="6736672" y="3675609"/>
                    <a:ext cx="495627" cy="542730"/>
                  </a:xfrm>
                  <a:prstGeom prst="rect">
                    <a:avLst/>
                  </a:prstGeom>
                </p:spPr>
              </p:pic>
              <p:pic>
                <p:nvPicPr>
                  <p:cNvPr id="53" name="Picture 52">
                    <a:extLst>
                      <a:ext uri="{FF2B5EF4-FFF2-40B4-BE49-F238E27FC236}">
                        <a16:creationId xmlns:a16="http://schemas.microsoft.com/office/drawing/2014/main" id="{8A127CDC-7E54-4BBE-848E-B61077EA85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761799">
                    <a:off x="7102213" y="3868912"/>
                    <a:ext cx="1066949" cy="419158"/>
                  </a:xfrm>
                  <a:prstGeom prst="rect">
                    <a:avLst/>
                  </a:prstGeom>
                </p:spPr>
              </p:pic>
              <p:pic>
                <p:nvPicPr>
                  <p:cNvPr id="54" name="Picture 53">
                    <a:extLst>
                      <a:ext uri="{FF2B5EF4-FFF2-40B4-BE49-F238E27FC236}">
                        <a16:creationId xmlns:a16="http://schemas.microsoft.com/office/drawing/2014/main" id="{84912FEF-C8A3-4778-8649-C9120FEBE2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0529251">
                    <a:off x="3004486" y="2649640"/>
                    <a:ext cx="1044494" cy="410336"/>
                  </a:xfrm>
                  <a:prstGeom prst="rect">
                    <a:avLst/>
                  </a:prstGeom>
                </p:spPr>
              </p:pic>
              <p:pic>
                <p:nvPicPr>
                  <p:cNvPr id="55" name="Picture 54">
                    <a:extLst>
                      <a:ext uri="{FF2B5EF4-FFF2-40B4-BE49-F238E27FC236}">
                        <a16:creationId xmlns:a16="http://schemas.microsoft.com/office/drawing/2014/main" id="{2A75E496-7963-4A33-8E51-6D7C968BA1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5924674" flipH="1">
                    <a:off x="3839224" y="2548074"/>
                    <a:ext cx="495627" cy="54273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6173BDAA-E199-4A58-8B01-7751129234BE}"/>
                    </a:ext>
                  </a:extLst>
                </p:cNvPr>
                <p:cNvSpPr/>
                <p:nvPr/>
              </p:nvSpPr>
              <p:spPr>
                <a:xfrm>
                  <a:off x="3096852" y="3720550"/>
                  <a:ext cx="857557" cy="5329686"/>
                </a:xfrm>
                <a:prstGeom prst="cube">
                  <a:avLst>
                    <a:gd name="adj" fmla="val 26276"/>
                  </a:avLst>
                </a:prstGeom>
                <a:solidFill>
                  <a:srgbClr val="939393">
                    <a:alpha val="68000"/>
                  </a:srgb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E6A934E4-5277-4383-8424-A91E5CD88A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38974" y="5175761"/>
                  <a:ext cx="944547" cy="6581"/>
                </a:xfrm>
                <a:prstGeom prst="line">
                  <a:avLst/>
                </a:prstGeom>
                <a:ln w="762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E09510F-7C3E-4BF2-B78E-DC4612831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82835" y="2975949"/>
                  <a:ext cx="9777" cy="2231570"/>
                </a:xfrm>
                <a:prstGeom prst="line">
                  <a:avLst/>
                </a:prstGeom>
                <a:ln w="762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001D140A-968B-47DD-AA2D-567CEA55F1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9632" y="3014687"/>
                  <a:ext cx="885678" cy="0"/>
                </a:xfrm>
                <a:prstGeom prst="line">
                  <a:avLst/>
                </a:prstGeom>
                <a:ln w="762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8A214BC-C8BB-46D9-9281-C253083B60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58569" y="3021819"/>
                  <a:ext cx="885678" cy="0"/>
                </a:xfrm>
                <a:prstGeom prst="line">
                  <a:avLst/>
                </a:prstGeom>
                <a:ln w="762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B6DE7502-09B6-4925-8061-0A4F49B724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00530" y="2983483"/>
                  <a:ext cx="38455" cy="1386559"/>
                </a:xfrm>
                <a:prstGeom prst="line">
                  <a:avLst/>
                </a:prstGeom>
                <a:ln w="76200">
                  <a:solidFill>
                    <a:srgbClr val="7F7F7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4E014CF-5B54-4A36-949F-43DBCB2461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87500" y="5144357"/>
                  <a:ext cx="986297" cy="5846"/>
                </a:xfrm>
                <a:prstGeom prst="line">
                  <a:avLst/>
                </a:prstGeom>
                <a:ln w="76200">
                  <a:solidFill>
                    <a:srgbClr val="7F7F7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69EB7518-7C5F-420D-8A43-4603149DCFDC}"/>
                    </a:ext>
                  </a:extLst>
                </p:cNvPr>
                <p:cNvSpPr/>
                <p:nvPr/>
              </p:nvSpPr>
              <p:spPr>
                <a:xfrm>
                  <a:off x="8243896" y="3796463"/>
                  <a:ext cx="808353" cy="5130733"/>
                </a:xfrm>
                <a:prstGeom prst="cube">
                  <a:avLst>
                    <a:gd name="adj" fmla="val 26276"/>
                  </a:avLst>
                </a:prstGeom>
                <a:solidFill>
                  <a:srgbClr val="939393">
                    <a:alpha val="68000"/>
                  </a:srgbClr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81FEDA81-73F7-44BF-B7C2-F43E5D9D033C}"/>
                    </a:ext>
                  </a:extLst>
                </p:cNvPr>
                <p:cNvGrpSpPr/>
                <p:nvPr/>
              </p:nvGrpSpPr>
              <p:grpSpPr>
                <a:xfrm>
                  <a:off x="324318" y="5365149"/>
                  <a:ext cx="2809082" cy="2707543"/>
                  <a:chOff x="1309088" y="5744265"/>
                  <a:chExt cx="1845317" cy="1922076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CF7957A1-1DBE-4CA5-B68E-935B0F538924}"/>
                      </a:ext>
                    </a:extLst>
                  </p:cNvPr>
                  <p:cNvSpPr/>
                  <p:nvPr/>
                </p:nvSpPr>
                <p:spPr>
                  <a:xfrm>
                    <a:off x="1309088" y="5744265"/>
                    <a:ext cx="1845317" cy="1922076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B680335E-AF17-4613-BB19-4E0079B925EA}"/>
                      </a:ext>
                    </a:extLst>
                  </p:cNvPr>
                  <p:cNvSpPr txBox="1"/>
                  <p:nvPr/>
                </p:nvSpPr>
                <p:spPr>
                  <a:xfrm>
                    <a:off x="1598334" y="6449611"/>
                    <a:ext cx="1309837" cy="83640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28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365 nm</a:t>
                    </a:r>
                  </a:p>
                  <a:p>
                    <a:pPr algn="ctr"/>
                    <a:r>
                      <a:rPr lang="de-DE" sz="28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LED</a:t>
                    </a: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6D0AE319-34DF-4CCB-86AA-CEA7EECECA0A}"/>
                    </a:ext>
                  </a:extLst>
                </p:cNvPr>
                <p:cNvGrpSpPr/>
                <p:nvPr/>
              </p:nvGrpSpPr>
              <p:grpSpPr>
                <a:xfrm>
                  <a:off x="-271176" y="8018508"/>
                  <a:ext cx="3425851" cy="2616665"/>
                  <a:chOff x="-305968" y="7790939"/>
                  <a:chExt cx="3425851" cy="2616665"/>
                </a:xfrm>
              </p:grpSpPr>
              <p:sp>
                <p:nvSpPr>
                  <p:cNvPr id="45" name="Parallelogram 44">
                    <a:extLst>
                      <a:ext uri="{FF2B5EF4-FFF2-40B4-BE49-F238E27FC236}">
                        <a16:creationId xmlns:a16="http://schemas.microsoft.com/office/drawing/2014/main" id="{4AC25771-6574-4BF4-96FB-09C8A2E6FD98}"/>
                      </a:ext>
                    </a:extLst>
                  </p:cNvPr>
                  <p:cNvSpPr/>
                  <p:nvPr/>
                </p:nvSpPr>
                <p:spPr>
                  <a:xfrm>
                    <a:off x="23901" y="7790939"/>
                    <a:ext cx="3095982" cy="482410"/>
                  </a:xfrm>
                  <a:prstGeom prst="parallelogram">
                    <a:avLst>
                      <a:gd name="adj" fmla="val 52397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6" name="Flowchart: Collate 45">
                    <a:extLst>
                      <a:ext uri="{FF2B5EF4-FFF2-40B4-BE49-F238E27FC236}">
                        <a16:creationId xmlns:a16="http://schemas.microsoft.com/office/drawing/2014/main" id="{1B68AA4C-0FB2-45A0-A436-59243C708F1D}"/>
                      </a:ext>
                    </a:extLst>
                  </p:cNvPr>
                  <p:cNvSpPr/>
                  <p:nvPr/>
                </p:nvSpPr>
                <p:spPr>
                  <a:xfrm>
                    <a:off x="1007388" y="8307470"/>
                    <a:ext cx="1347238" cy="1600101"/>
                  </a:xfrm>
                  <a:prstGeom prst="flowChartCollat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Parallelogram 46">
                    <a:extLst>
                      <a:ext uri="{FF2B5EF4-FFF2-40B4-BE49-F238E27FC236}">
                        <a16:creationId xmlns:a16="http://schemas.microsoft.com/office/drawing/2014/main" id="{44F9BDA7-6816-45C8-99E4-C90121CF998D}"/>
                      </a:ext>
                    </a:extLst>
                  </p:cNvPr>
                  <p:cNvSpPr/>
                  <p:nvPr/>
                </p:nvSpPr>
                <p:spPr>
                  <a:xfrm>
                    <a:off x="-305968" y="9925194"/>
                    <a:ext cx="3397344" cy="482410"/>
                  </a:xfrm>
                  <a:prstGeom prst="parallelogram">
                    <a:avLst>
                      <a:gd name="adj" fmla="val 52397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</p:grp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2AF68211-7AF8-4EB0-B516-60F342C7721B}"/>
                    </a:ext>
                  </a:extLst>
                </p:cNvPr>
                <p:cNvSpPr/>
                <p:nvPr/>
              </p:nvSpPr>
              <p:spPr>
                <a:xfrm>
                  <a:off x="11341748" y="4001504"/>
                  <a:ext cx="4133601" cy="1264326"/>
                </a:xfrm>
                <a:prstGeom prst="cub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A3C34A0-4FEE-42DB-8909-96E8D4665EAF}"/>
                    </a:ext>
                  </a:extLst>
                </p:cNvPr>
                <p:cNvSpPr/>
                <p:nvPr/>
              </p:nvSpPr>
              <p:spPr>
                <a:xfrm>
                  <a:off x="11671259" y="4390169"/>
                  <a:ext cx="3003889" cy="64611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de-DE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  <a:r>
                    <a:rPr lang="de-DE" sz="28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de-DE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de-DE" sz="28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meter</a:t>
                  </a:r>
                  <a:endParaRPr lang="de-DE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14017080-4925-4D9F-9B73-A4E60B9877CC}"/>
                    </a:ext>
                  </a:extLst>
                </p:cNvPr>
                <p:cNvSpPr/>
                <p:nvPr/>
              </p:nvSpPr>
              <p:spPr>
                <a:xfrm>
                  <a:off x="11256579" y="6176109"/>
                  <a:ext cx="4133601" cy="1264326"/>
                </a:xfrm>
                <a:prstGeom prst="cube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60C7726D-8273-49E4-A442-2A3B3BEFD617}"/>
                    </a:ext>
                  </a:extLst>
                </p:cNvPr>
                <p:cNvSpPr/>
                <p:nvPr/>
              </p:nvSpPr>
              <p:spPr>
                <a:xfrm>
                  <a:off x="11504602" y="6605318"/>
                  <a:ext cx="3337200" cy="64611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de-DE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r>
                    <a:rPr lang="de-DE" sz="28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de-DE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de-DE" sz="28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meter</a:t>
                  </a:r>
                  <a:endParaRPr lang="de-DE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C0BA4A9E-4F61-492C-8248-4B5E29FB26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502" t="7469" r="5179" b="8055"/>
                <a:stretch/>
              </p:blipFill>
              <p:spPr>
                <a:xfrm>
                  <a:off x="16241377" y="2297410"/>
                  <a:ext cx="6459437" cy="5936839"/>
                </a:xfrm>
                <a:prstGeom prst="rect">
                  <a:avLst/>
                </a:prstGeom>
              </p:spPr>
            </p:pic>
            <p:sp>
              <p:nvSpPr>
                <p:cNvPr id="32" name="Rectangle: Top Corners Snipped 31">
                  <a:extLst>
                    <a:ext uri="{FF2B5EF4-FFF2-40B4-BE49-F238E27FC236}">
                      <a16:creationId xmlns:a16="http://schemas.microsoft.com/office/drawing/2014/main" id="{8F426D05-CE3C-4983-9094-FA0DA2140401}"/>
                    </a:ext>
                  </a:extLst>
                </p:cNvPr>
                <p:cNvSpPr/>
                <p:nvPr/>
              </p:nvSpPr>
              <p:spPr>
                <a:xfrm rot="16200000">
                  <a:off x="11148510" y="4485689"/>
                  <a:ext cx="198163" cy="170046"/>
                </a:xfrm>
                <a:prstGeom prst="snip2Same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3" name="Rectangle: Top Corners Snipped 32">
                  <a:extLst>
                    <a:ext uri="{FF2B5EF4-FFF2-40B4-BE49-F238E27FC236}">
                      <a16:creationId xmlns:a16="http://schemas.microsoft.com/office/drawing/2014/main" id="{A8EB9FC7-0010-456C-B018-6342DB1280B9}"/>
                    </a:ext>
                  </a:extLst>
                </p:cNvPr>
                <p:cNvSpPr/>
                <p:nvPr/>
              </p:nvSpPr>
              <p:spPr>
                <a:xfrm rot="16200000">
                  <a:off x="11152332" y="4882789"/>
                  <a:ext cx="198163" cy="170046"/>
                </a:xfrm>
                <a:prstGeom prst="snip2Same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4" name="Rectangle: Top Corners Snipped 33">
                  <a:extLst>
                    <a:ext uri="{FF2B5EF4-FFF2-40B4-BE49-F238E27FC236}">
                      <a16:creationId xmlns:a16="http://schemas.microsoft.com/office/drawing/2014/main" id="{289ABB7C-D585-4A38-8E7A-4C87A3E4C944}"/>
                    </a:ext>
                  </a:extLst>
                </p:cNvPr>
                <p:cNvSpPr/>
                <p:nvPr/>
              </p:nvSpPr>
              <p:spPr>
                <a:xfrm rot="16200000">
                  <a:off x="11072474" y="6687910"/>
                  <a:ext cx="198163" cy="170046"/>
                </a:xfrm>
                <a:prstGeom prst="snip2Same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5" name="Rectangle: Top Corners Snipped 34">
                  <a:extLst>
                    <a:ext uri="{FF2B5EF4-FFF2-40B4-BE49-F238E27FC236}">
                      <a16:creationId xmlns:a16="http://schemas.microsoft.com/office/drawing/2014/main" id="{E676F293-B456-47D3-B2B1-0BB70831BFFC}"/>
                    </a:ext>
                  </a:extLst>
                </p:cNvPr>
                <p:cNvSpPr/>
                <p:nvPr/>
              </p:nvSpPr>
              <p:spPr>
                <a:xfrm rot="16200000">
                  <a:off x="11063487" y="7090366"/>
                  <a:ext cx="198163" cy="170046"/>
                </a:xfrm>
                <a:prstGeom prst="snip2Same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3BA3971-9D55-4FAD-A0A1-F7A7F63E53E3}"/>
                    </a:ext>
                  </a:extLst>
                </p:cNvPr>
                <p:cNvSpPr/>
                <p:nvPr/>
              </p:nvSpPr>
              <p:spPr>
                <a:xfrm>
                  <a:off x="15353731" y="4528188"/>
                  <a:ext cx="1319379" cy="2376478"/>
                </a:xfrm>
                <a:custGeom>
                  <a:avLst/>
                  <a:gdLst>
                    <a:gd name="connsiteX0" fmla="*/ 0 w 3835021"/>
                    <a:gd name="connsiteY0" fmla="*/ 112051 h 2322988"/>
                    <a:gd name="connsiteX1" fmla="*/ 1296538 w 3835021"/>
                    <a:gd name="connsiteY1" fmla="*/ 84755 h 2322988"/>
                    <a:gd name="connsiteX2" fmla="*/ 2688609 w 3835021"/>
                    <a:gd name="connsiteY2" fmla="*/ 1053746 h 2322988"/>
                    <a:gd name="connsiteX3" fmla="*/ 3398293 w 3835021"/>
                    <a:gd name="connsiteY3" fmla="*/ 1886260 h 2322988"/>
                    <a:gd name="connsiteX4" fmla="*/ 3835021 w 3835021"/>
                    <a:gd name="connsiteY4" fmla="*/ 2322988 h 2322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35021" h="2322988">
                      <a:moveTo>
                        <a:pt x="0" y="112051"/>
                      </a:moveTo>
                      <a:cubicBezTo>
                        <a:pt x="424218" y="19928"/>
                        <a:pt x="848437" y="-72194"/>
                        <a:pt x="1296538" y="84755"/>
                      </a:cubicBezTo>
                      <a:cubicBezTo>
                        <a:pt x="1744639" y="241704"/>
                        <a:pt x="2338317" y="753495"/>
                        <a:pt x="2688609" y="1053746"/>
                      </a:cubicBezTo>
                      <a:cubicBezTo>
                        <a:pt x="3038901" y="1353997"/>
                        <a:pt x="3207224" y="1674720"/>
                        <a:pt x="3398293" y="1886260"/>
                      </a:cubicBezTo>
                      <a:cubicBezTo>
                        <a:pt x="3589362" y="2097800"/>
                        <a:pt x="3712191" y="2210394"/>
                        <a:pt x="3835021" y="2322988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D18049E7-A606-4220-B40C-0748A3351F91}"/>
                    </a:ext>
                  </a:extLst>
                </p:cNvPr>
                <p:cNvSpPr/>
                <p:nvPr/>
              </p:nvSpPr>
              <p:spPr>
                <a:xfrm>
                  <a:off x="15244549" y="6892119"/>
                  <a:ext cx="1319379" cy="184189"/>
                </a:xfrm>
                <a:custGeom>
                  <a:avLst/>
                  <a:gdLst>
                    <a:gd name="connsiteX0" fmla="*/ 0 w 3971499"/>
                    <a:gd name="connsiteY0" fmla="*/ 0 h 1119117"/>
                    <a:gd name="connsiteX1" fmla="*/ 982639 w 3971499"/>
                    <a:gd name="connsiteY1" fmla="*/ 150126 h 1119117"/>
                    <a:gd name="connsiteX2" fmla="*/ 2156347 w 3971499"/>
                    <a:gd name="connsiteY2" fmla="*/ 573206 h 1119117"/>
                    <a:gd name="connsiteX3" fmla="*/ 3016155 w 3971499"/>
                    <a:gd name="connsiteY3" fmla="*/ 859809 h 1119117"/>
                    <a:gd name="connsiteX4" fmla="*/ 3603009 w 3971499"/>
                    <a:gd name="connsiteY4" fmla="*/ 1009935 h 1119117"/>
                    <a:gd name="connsiteX5" fmla="*/ 3971499 w 3971499"/>
                    <a:gd name="connsiteY5" fmla="*/ 1119117 h 1119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71499" h="1119117">
                      <a:moveTo>
                        <a:pt x="0" y="0"/>
                      </a:moveTo>
                      <a:cubicBezTo>
                        <a:pt x="311624" y="27296"/>
                        <a:pt x="623248" y="54592"/>
                        <a:pt x="982639" y="150126"/>
                      </a:cubicBezTo>
                      <a:cubicBezTo>
                        <a:pt x="1342030" y="245660"/>
                        <a:pt x="1817428" y="454926"/>
                        <a:pt x="2156347" y="573206"/>
                      </a:cubicBezTo>
                      <a:cubicBezTo>
                        <a:pt x="2495266" y="691486"/>
                        <a:pt x="2775045" y="787021"/>
                        <a:pt x="3016155" y="859809"/>
                      </a:cubicBezTo>
                      <a:cubicBezTo>
                        <a:pt x="3257265" y="932597"/>
                        <a:pt x="3443785" y="966717"/>
                        <a:pt x="3603009" y="1009935"/>
                      </a:cubicBezTo>
                      <a:cubicBezTo>
                        <a:pt x="3762233" y="1053153"/>
                        <a:pt x="3866866" y="1086135"/>
                        <a:pt x="3971499" y="1119117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E1FC108E-5D56-488A-9A2E-ECC361D5DB6F}"/>
                    </a:ext>
                  </a:extLst>
                </p:cNvPr>
                <p:cNvSpPr/>
                <p:nvPr/>
              </p:nvSpPr>
              <p:spPr>
                <a:xfrm>
                  <a:off x="6977700" y="4778251"/>
                  <a:ext cx="245660" cy="272955"/>
                </a:xfrm>
                <a:custGeom>
                  <a:avLst/>
                  <a:gdLst>
                    <a:gd name="connsiteX0" fmla="*/ 0 w 245660"/>
                    <a:gd name="connsiteY0" fmla="*/ 0 h 272955"/>
                    <a:gd name="connsiteX1" fmla="*/ 68239 w 245660"/>
                    <a:gd name="connsiteY1" fmla="*/ 13648 h 272955"/>
                    <a:gd name="connsiteX2" fmla="*/ 95534 w 245660"/>
                    <a:gd name="connsiteY2" fmla="*/ 54591 h 272955"/>
                    <a:gd name="connsiteX3" fmla="*/ 136478 w 245660"/>
                    <a:gd name="connsiteY3" fmla="*/ 81887 h 272955"/>
                    <a:gd name="connsiteX4" fmla="*/ 245660 w 245660"/>
                    <a:gd name="connsiteY4" fmla="*/ 109182 h 272955"/>
                    <a:gd name="connsiteX5" fmla="*/ 232012 w 245660"/>
                    <a:gd name="connsiteY5" fmla="*/ 272955 h 272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5660" h="272955">
                      <a:moveTo>
                        <a:pt x="0" y="0"/>
                      </a:moveTo>
                      <a:cubicBezTo>
                        <a:pt x="22746" y="4549"/>
                        <a:pt x="48099" y="2139"/>
                        <a:pt x="68239" y="13648"/>
                      </a:cubicBezTo>
                      <a:cubicBezTo>
                        <a:pt x="82480" y="21786"/>
                        <a:pt x="83936" y="42993"/>
                        <a:pt x="95534" y="54591"/>
                      </a:cubicBezTo>
                      <a:cubicBezTo>
                        <a:pt x="107133" y="66190"/>
                        <a:pt x="121807" y="74551"/>
                        <a:pt x="136478" y="81887"/>
                      </a:cubicBezTo>
                      <a:cubicBezTo>
                        <a:pt x="164452" y="95874"/>
                        <a:pt x="219711" y="103992"/>
                        <a:pt x="245660" y="109182"/>
                      </a:cubicBezTo>
                      <a:cubicBezTo>
                        <a:pt x="219064" y="188967"/>
                        <a:pt x="232012" y="135739"/>
                        <a:pt x="232012" y="272955"/>
                      </a:cubicBezTo>
                    </a:path>
                  </a:pathLst>
                </a:custGeom>
                <a:noFill/>
                <a:ln>
                  <a:solidFill>
                    <a:srgbClr val="FAFAF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9" name="Block Arc 38">
                  <a:extLst>
                    <a:ext uri="{FF2B5EF4-FFF2-40B4-BE49-F238E27FC236}">
                      <a16:creationId xmlns:a16="http://schemas.microsoft.com/office/drawing/2014/main" id="{262AA113-35FF-47D1-B847-2382168CE6B3}"/>
                    </a:ext>
                  </a:extLst>
                </p:cNvPr>
                <p:cNvSpPr/>
                <p:nvPr/>
              </p:nvSpPr>
              <p:spPr>
                <a:xfrm rot="10800000">
                  <a:off x="5626165" y="2805352"/>
                  <a:ext cx="722483" cy="362591"/>
                </a:xfrm>
                <a:prstGeom prst="blockArc">
                  <a:avLst/>
                </a:prstGeom>
                <a:solidFill>
                  <a:srgbClr val="939393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74567B10-B47D-4944-8471-6A5533FA07AF}"/>
                    </a:ext>
                  </a:extLst>
                </p:cNvPr>
                <p:cNvSpPr/>
                <p:nvPr/>
              </p:nvSpPr>
              <p:spPr>
                <a:xfrm>
                  <a:off x="8529851" y="1651379"/>
                  <a:ext cx="2606722" cy="2935021"/>
                </a:xfrm>
                <a:custGeom>
                  <a:avLst/>
                  <a:gdLst>
                    <a:gd name="connsiteX0" fmla="*/ 0 w 2606722"/>
                    <a:gd name="connsiteY0" fmla="*/ 272955 h 2935021"/>
                    <a:gd name="connsiteX1" fmla="*/ 54591 w 2606722"/>
                    <a:gd name="connsiteY1" fmla="*/ 204717 h 2935021"/>
                    <a:gd name="connsiteX2" fmla="*/ 68239 w 2606722"/>
                    <a:gd name="connsiteY2" fmla="*/ 163773 h 2935021"/>
                    <a:gd name="connsiteX3" fmla="*/ 109182 w 2606722"/>
                    <a:gd name="connsiteY3" fmla="*/ 150125 h 2935021"/>
                    <a:gd name="connsiteX4" fmla="*/ 191068 w 2606722"/>
                    <a:gd name="connsiteY4" fmla="*/ 95534 h 2935021"/>
                    <a:gd name="connsiteX5" fmla="*/ 272955 w 2606722"/>
                    <a:gd name="connsiteY5" fmla="*/ 40943 h 2935021"/>
                    <a:gd name="connsiteX6" fmla="*/ 382137 w 2606722"/>
                    <a:gd name="connsiteY6" fmla="*/ 13648 h 2935021"/>
                    <a:gd name="connsiteX7" fmla="*/ 423080 w 2606722"/>
                    <a:gd name="connsiteY7" fmla="*/ 0 h 2935021"/>
                    <a:gd name="connsiteX8" fmla="*/ 586853 w 2606722"/>
                    <a:gd name="connsiteY8" fmla="*/ 13648 h 2935021"/>
                    <a:gd name="connsiteX9" fmla="*/ 668740 w 2606722"/>
                    <a:gd name="connsiteY9" fmla="*/ 40943 h 2935021"/>
                    <a:gd name="connsiteX10" fmla="*/ 736979 w 2606722"/>
                    <a:gd name="connsiteY10" fmla="*/ 54591 h 2935021"/>
                    <a:gd name="connsiteX11" fmla="*/ 805218 w 2606722"/>
                    <a:gd name="connsiteY11" fmla="*/ 81887 h 2935021"/>
                    <a:gd name="connsiteX12" fmla="*/ 941695 w 2606722"/>
                    <a:gd name="connsiteY12" fmla="*/ 109182 h 2935021"/>
                    <a:gd name="connsiteX13" fmla="*/ 1064525 w 2606722"/>
                    <a:gd name="connsiteY13" fmla="*/ 177421 h 2935021"/>
                    <a:gd name="connsiteX14" fmla="*/ 1146412 w 2606722"/>
                    <a:gd name="connsiteY14" fmla="*/ 245660 h 2935021"/>
                    <a:gd name="connsiteX15" fmla="*/ 1187355 w 2606722"/>
                    <a:gd name="connsiteY15" fmla="*/ 259308 h 2935021"/>
                    <a:gd name="connsiteX16" fmla="*/ 1241946 w 2606722"/>
                    <a:gd name="connsiteY16" fmla="*/ 300251 h 2935021"/>
                    <a:gd name="connsiteX17" fmla="*/ 1269242 w 2606722"/>
                    <a:gd name="connsiteY17" fmla="*/ 341194 h 2935021"/>
                    <a:gd name="connsiteX18" fmla="*/ 1310185 w 2606722"/>
                    <a:gd name="connsiteY18" fmla="*/ 382137 h 2935021"/>
                    <a:gd name="connsiteX19" fmla="*/ 1378424 w 2606722"/>
                    <a:gd name="connsiteY19" fmla="*/ 464024 h 2935021"/>
                    <a:gd name="connsiteX20" fmla="*/ 1419367 w 2606722"/>
                    <a:gd name="connsiteY20" fmla="*/ 559558 h 2935021"/>
                    <a:gd name="connsiteX21" fmla="*/ 1473958 w 2606722"/>
                    <a:gd name="connsiteY21" fmla="*/ 655093 h 2935021"/>
                    <a:gd name="connsiteX22" fmla="*/ 1501253 w 2606722"/>
                    <a:gd name="connsiteY22" fmla="*/ 736979 h 2935021"/>
                    <a:gd name="connsiteX23" fmla="*/ 1542197 w 2606722"/>
                    <a:gd name="connsiteY23" fmla="*/ 873457 h 2935021"/>
                    <a:gd name="connsiteX24" fmla="*/ 1583140 w 2606722"/>
                    <a:gd name="connsiteY24" fmla="*/ 968991 h 2935021"/>
                    <a:gd name="connsiteX25" fmla="*/ 1596788 w 2606722"/>
                    <a:gd name="connsiteY25" fmla="*/ 1037230 h 2935021"/>
                    <a:gd name="connsiteX26" fmla="*/ 1624083 w 2606722"/>
                    <a:gd name="connsiteY26" fmla="*/ 1119117 h 2935021"/>
                    <a:gd name="connsiteX27" fmla="*/ 1637731 w 2606722"/>
                    <a:gd name="connsiteY27" fmla="*/ 1201003 h 2935021"/>
                    <a:gd name="connsiteX28" fmla="*/ 1665027 w 2606722"/>
                    <a:gd name="connsiteY28" fmla="*/ 1282890 h 2935021"/>
                    <a:gd name="connsiteX29" fmla="*/ 1678674 w 2606722"/>
                    <a:gd name="connsiteY29" fmla="*/ 1337481 h 2935021"/>
                    <a:gd name="connsiteX30" fmla="*/ 1705970 w 2606722"/>
                    <a:gd name="connsiteY30" fmla="*/ 1419367 h 2935021"/>
                    <a:gd name="connsiteX31" fmla="*/ 1719618 w 2606722"/>
                    <a:gd name="connsiteY31" fmla="*/ 1473958 h 2935021"/>
                    <a:gd name="connsiteX32" fmla="*/ 1733265 w 2606722"/>
                    <a:gd name="connsiteY32" fmla="*/ 1514902 h 2935021"/>
                    <a:gd name="connsiteX33" fmla="*/ 1746913 w 2606722"/>
                    <a:gd name="connsiteY33" fmla="*/ 1596788 h 2935021"/>
                    <a:gd name="connsiteX34" fmla="*/ 1774209 w 2606722"/>
                    <a:gd name="connsiteY34" fmla="*/ 1678675 h 2935021"/>
                    <a:gd name="connsiteX35" fmla="*/ 1787856 w 2606722"/>
                    <a:gd name="connsiteY35" fmla="*/ 1719618 h 2935021"/>
                    <a:gd name="connsiteX36" fmla="*/ 1801504 w 2606722"/>
                    <a:gd name="connsiteY36" fmla="*/ 1774209 h 2935021"/>
                    <a:gd name="connsiteX37" fmla="*/ 1828800 w 2606722"/>
                    <a:gd name="connsiteY37" fmla="*/ 1828800 h 2935021"/>
                    <a:gd name="connsiteX38" fmla="*/ 1856095 w 2606722"/>
                    <a:gd name="connsiteY38" fmla="*/ 1910687 h 2935021"/>
                    <a:gd name="connsiteX39" fmla="*/ 1869743 w 2606722"/>
                    <a:gd name="connsiteY39" fmla="*/ 1951630 h 2935021"/>
                    <a:gd name="connsiteX40" fmla="*/ 1897039 w 2606722"/>
                    <a:gd name="connsiteY40" fmla="*/ 1992573 h 2935021"/>
                    <a:gd name="connsiteX41" fmla="*/ 1937982 w 2606722"/>
                    <a:gd name="connsiteY41" fmla="*/ 2115403 h 2935021"/>
                    <a:gd name="connsiteX42" fmla="*/ 1951630 w 2606722"/>
                    <a:gd name="connsiteY42" fmla="*/ 2156346 h 2935021"/>
                    <a:gd name="connsiteX43" fmla="*/ 1992573 w 2606722"/>
                    <a:gd name="connsiteY43" fmla="*/ 2238233 h 2935021"/>
                    <a:gd name="connsiteX44" fmla="*/ 2019868 w 2606722"/>
                    <a:gd name="connsiteY44" fmla="*/ 2292824 h 2935021"/>
                    <a:gd name="connsiteX45" fmla="*/ 2033516 w 2606722"/>
                    <a:gd name="connsiteY45" fmla="*/ 2347415 h 2935021"/>
                    <a:gd name="connsiteX46" fmla="*/ 2060812 w 2606722"/>
                    <a:gd name="connsiteY46" fmla="*/ 2402006 h 2935021"/>
                    <a:gd name="connsiteX47" fmla="*/ 2115403 w 2606722"/>
                    <a:gd name="connsiteY47" fmla="*/ 2524836 h 2935021"/>
                    <a:gd name="connsiteX48" fmla="*/ 2156346 w 2606722"/>
                    <a:gd name="connsiteY48" fmla="*/ 2606722 h 2935021"/>
                    <a:gd name="connsiteX49" fmla="*/ 2169994 w 2606722"/>
                    <a:gd name="connsiteY49" fmla="*/ 2647666 h 2935021"/>
                    <a:gd name="connsiteX50" fmla="*/ 2210937 w 2606722"/>
                    <a:gd name="connsiteY50" fmla="*/ 2688609 h 2935021"/>
                    <a:gd name="connsiteX51" fmla="*/ 2265528 w 2606722"/>
                    <a:gd name="connsiteY51" fmla="*/ 2770496 h 2935021"/>
                    <a:gd name="connsiteX52" fmla="*/ 2292824 w 2606722"/>
                    <a:gd name="connsiteY52" fmla="*/ 2811439 h 2935021"/>
                    <a:gd name="connsiteX53" fmla="*/ 2347415 w 2606722"/>
                    <a:gd name="connsiteY53" fmla="*/ 2825087 h 2935021"/>
                    <a:gd name="connsiteX54" fmla="*/ 2374710 w 2606722"/>
                    <a:gd name="connsiteY54" fmla="*/ 2866030 h 2935021"/>
                    <a:gd name="connsiteX55" fmla="*/ 2415653 w 2606722"/>
                    <a:gd name="connsiteY55" fmla="*/ 2893325 h 2935021"/>
                    <a:gd name="connsiteX56" fmla="*/ 2565779 w 2606722"/>
                    <a:gd name="connsiteY56" fmla="*/ 2934269 h 2935021"/>
                    <a:gd name="connsiteX57" fmla="*/ 2606722 w 2606722"/>
                    <a:gd name="connsiteY57" fmla="*/ 2934269 h 2935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</a:cxnLst>
                  <a:rect l="l" t="t" r="r" b="b"/>
                  <a:pathLst>
                    <a:path w="2606722" h="2935021">
                      <a:moveTo>
                        <a:pt x="0" y="272955"/>
                      </a:moveTo>
                      <a:cubicBezTo>
                        <a:pt x="18197" y="250209"/>
                        <a:pt x="39153" y="229419"/>
                        <a:pt x="54591" y="204717"/>
                      </a:cubicBezTo>
                      <a:cubicBezTo>
                        <a:pt x="62216" y="192517"/>
                        <a:pt x="58066" y="173946"/>
                        <a:pt x="68239" y="163773"/>
                      </a:cubicBezTo>
                      <a:cubicBezTo>
                        <a:pt x="78411" y="153601"/>
                        <a:pt x="95534" y="154674"/>
                        <a:pt x="109182" y="150125"/>
                      </a:cubicBezTo>
                      <a:cubicBezTo>
                        <a:pt x="200044" y="59263"/>
                        <a:pt x="102189" y="144911"/>
                        <a:pt x="191068" y="95534"/>
                      </a:cubicBezTo>
                      <a:cubicBezTo>
                        <a:pt x="219745" y="79602"/>
                        <a:pt x="241833" y="51316"/>
                        <a:pt x="272955" y="40943"/>
                      </a:cubicBezTo>
                      <a:cubicBezTo>
                        <a:pt x="366554" y="9745"/>
                        <a:pt x="250370" y="46590"/>
                        <a:pt x="382137" y="13648"/>
                      </a:cubicBezTo>
                      <a:cubicBezTo>
                        <a:pt x="396093" y="10159"/>
                        <a:pt x="409432" y="4549"/>
                        <a:pt x="423080" y="0"/>
                      </a:cubicBezTo>
                      <a:cubicBezTo>
                        <a:pt x="477671" y="4549"/>
                        <a:pt x="532818" y="4642"/>
                        <a:pt x="586853" y="13648"/>
                      </a:cubicBezTo>
                      <a:cubicBezTo>
                        <a:pt x="615234" y="18378"/>
                        <a:pt x="640982" y="33373"/>
                        <a:pt x="668740" y="40943"/>
                      </a:cubicBezTo>
                      <a:cubicBezTo>
                        <a:pt x="691119" y="47046"/>
                        <a:pt x="714761" y="47925"/>
                        <a:pt x="736979" y="54591"/>
                      </a:cubicBezTo>
                      <a:cubicBezTo>
                        <a:pt x="760444" y="61631"/>
                        <a:pt x="781547" y="75575"/>
                        <a:pt x="805218" y="81887"/>
                      </a:cubicBezTo>
                      <a:cubicBezTo>
                        <a:pt x="850045" y="93841"/>
                        <a:pt x="941695" y="109182"/>
                        <a:pt x="941695" y="109182"/>
                      </a:cubicBezTo>
                      <a:cubicBezTo>
                        <a:pt x="1035552" y="171753"/>
                        <a:pt x="992460" y="153399"/>
                        <a:pt x="1064525" y="177421"/>
                      </a:cubicBezTo>
                      <a:cubicBezTo>
                        <a:pt x="1094709" y="207605"/>
                        <a:pt x="1108409" y="226658"/>
                        <a:pt x="1146412" y="245660"/>
                      </a:cubicBezTo>
                      <a:cubicBezTo>
                        <a:pt x="1159279" y="252094"/>
                        <a:pt x="1173707" y="254759"/>
                        <a:pt x="1187355" y="259308"/>
                      </a:cubicBezTo>
                      <a:cubicBezTo>
                        <a:pt x="1205552" y="272956"/>
                        <a:pt x="1225862" y="284167"/>
                        <a:pt x="1241946" y="300251"/>
                      </a:cubicBezTo>
                      <a:cubicBezTo>
                        <a:pt x="1253544" y="311849"/>
                        <a:pt x="1258741" y="328593"/>
                        <a:pt x="1269242" y="341194"/>
                      </a:cubicBezTo>
                      <a:cubicBezTo>
                        <a:pt x="1281598" y="356021"/>
                        <a:pt x="1297829" y="367310"/>
                        <a:pt x="1310185" y="382137"/>
                      </a:cubicBezTo>
                      <a:cubicBezTo>
                        <a:pt x="1405181" y="496134"/>
                        <a:pt x="1258815" y="344418"/>
                        <a:pt x="1378424" y="464024"/>
                      </a:cubicBezTo>
                      <a:cubicBezTo>
                        <a:pt x="1393736" y="509962"/>
                        <a:pt x="1392381" y="512333"/>
                        <a:pt x="1419367" y="559558"/>
                      </a:cubicBezTo>
                      <a:cubicBezTo>
                        <a:pt x="1452190" y="616998"/>
                        <a:pt x="1446467" y="586367"/>
                        <a:pt x="1473958" y="655093"/>
                      </a:cubicBezTo>
                      <a:cubicBezTo>
                        <a:pt x="1484644" y="681807"/>
                        <a:pt x="1494275" y="709066"/>
                        <a:pt x="1501253" y="736979"/>
                      </a:cubicBezTo>
                      <a:cubicBezTo>
                        <a:pt x="1511049" y="776162"/>
                        <a:pt x="1525583" y="840228"/>
                        <a:pt x="1542197" y="873457"/>
                      </a:cubicBezTo>
                      <a:cubicBezTo>
                        <a:pt x="1561725" y="912513"/>
                        <a:pt x="1573100" y="928830"/>
                        <a:pt x="1583140" y="968991"/>
                      </a:cubicBezTo>
                      <a:cubicBezTo>
                        <a:pt x="1588766" y="991495"/>
                        <a:pt x="1590685" y="1014851"/>
                        <a:pt x="1596788" y="1037230"/>
                      </a:cubicBezTo>
                      <a:cubicBezTo>
                        <a:pt x="1604358" y="1064988"/>
                        <a:pt x="1619353" y="1090736"/>
                        <a:pt x="1624083" y="1119117"/>
                      </a:cubicBezTo>
                      <a:cubicBezTo>
                        <a:pt x="1628632" y="1146412"/>
                        <a:pt x="1631019" y="1174157"/>
                        <a:pt x="1637731" y="1201003"/>
                      </a:cubicBezTo>
                      <a:cubicBezTo>
                        <a:pt x="1644709" y="1228916"/>
                        <a:pt x="1658049" y="1254977"/>
                        <a:pt x="1665027" y="1282890"/>
                      </a:cubicBezTo>
                      <a:cubicBezTo>
                        <a:pt x="1669576" y="1301087"/>
                        <a:pt x="1673284" y="1319515"/>
                        <a:pt x="1678674" y="1337481"/>
                      </a:cubicBezTo>
                      <a:cubicBezTo>
                        <a:pt x="1686942" y="1365039"/>
                        <a:pt x="1698992" y="1391454"/>
                        <a:pt x="1705970" y="1419367"/>
                      </a:cubicBezTo>
                      <a:cubicBezTo>
                        <a:pt x="1710519" y="1437564"/>
                        <a:pt x="1714465" y="1455923"/>
                        <a:pt x="1719618" y="1473958"/>
                      </a:cubicBezTo>
                      <a:cubicBezTo>
                        <a:pt x="1723570" y="1487791"/>
                        <a:pt x="1730144" y="1500858"/>
                        <a:pt x="1733265" y="1514902"/>
                      </a:cubicBezTo>
                      <a:cubicBezTo>
                        <a:pt x="1739268" y="1541915"/>
                        <a:pt x="1740201" y="1569942"/>
                        <a:pt x="1746913" y="1596788"/>
                      </a:cubicBezTo>
                      <a:cubicBezTo>
                        <a:pt x="1753891" y="1624701"/>
                        <a:pt x="1765111" y="1651379"/>
                        <a:pt x="1774209" y="1678675"/>
                      </a:cubicBezTo>
                      <a:cubicBezTo>
                        <a:pt x="1778758" y="1692323"/>
                        <a:pt x="1784367" y="1705662"/>
                        <a:pt x="1787856" y="1719618"/>
                      </a:cubicBezTo>
                      <a:cubicBezTo>
                        <a:pt x="1792405" y="1737815"/>
                        <a:pt x="1794918" y="1756646"/>
                        <a:pt x="1801504" y="1774209"/>
                      </a:cubicBezTo>
                      <a:cubicBezTo>
                        <a:pt x="1808648" y="1793259"/>
                        <a:pt x="1821244" y="1809910"/>
                        <a:pt x="1828800" y="1828800"/>
                      </a:cubicBezTo>
                      <a:cubicBezTo>
                        <a:pt x="1839486" y="1855514"/>
                        <a:pt x="1846997" y="1883391"/>
                        <a:pt x="1856095" y="1910687"/>
                      </a:cubicBezTo>
                      <a:cubicBezTo>
                        <a:pt x="1860644" y="1924335"/>
                        <a:pt x="1861763" y="1939660"/>
                        <a:pt x="1869743" y="1951630"/>
                      </a:cubicBezTo>
                      <a:lnTo>
                        <a:pt x="1897039" y="1992573"/>
                      </a:lnTo>
                      <a:lnTo>
                        <a:pt x="1937982" y="2115403"/>
                      </a:lnTo>
                      <a:cubicBezTo>
                        <a:pt x="1942531" y="2129051"/>
                        <a:pt x="1943650" y="2144376"/>
                        <a:pt x="1951630" y="2156346"/>
                      </a:cubicBezTo>
                      <a:cubicBezTo>
                        <a:pt x="2004084" y="2235030"/>
                        <a:pt x="1958671" y="2159128"/>
                        <a:pt x="1992573" y="2238233"/>
                      </a:cubicBezTo>
                      <a:cubicBezTo>
                        <a:pt x="2000587" y="2256933"/>
                        <a:pt x="2012725" y="2273775"/>
                        <a:pt x="2019868" y="2292824"/>
                      </a:cubicBezTo>
                      <a:cubicBezTo>
                        <a:pt x="2026454" y="2310387"/>
                        <a:pt x="2026930" y="2329852"/>
                        <a:pt x="2033516" y="2347415"/>
                      </a:cubicBezTo>
                      <a:cubicBezTo>
                        <a:pt x="2040660" y="2366465"/>
                        <a:pt x="2053256" y="2383116"/>
                        <a:pt x="2060812" y="2402006"/>
                      </a:cubicBezTo>
                      <a:cubicBezTo>
                        <a:pt x="2109536" y="2523817"/>
                        <a:pt x="2062887" y="2446064"/>
                        <a:pt x="2115403" y="2524836"/>
                      </a:cubicBezTo>
                      <a:cubicBezTo>
                        <a:pt x="2149704" y="2627743"/>
                        <a:pt x="2103435" y="2500901"/>
                        <a:pt x="2156346" y="2606722"/>
                      </a:cubicBezTo>
                      <a:cubicBezTo>
                        <a:pt x="2162780" y="2619589"/>
                        <a:pt x="2162014" y="2635696"/>
                        <a:pt x="2169994" y="2647666"/>
                      </a:cubicBezTo>
                      <a:cubicBezTo>
                        <a:pt x="2180700" y="2663725"/>
                        <a:pt x="2199088" y="2673374"/>
                        <a:pt x="2210937" y="2688609"/>
                      </a:cubicBezTo>
                      <a:cubicBezTo>
                        <a:pt x="2231077" y="2714504"/>
                        <a:pt x="2247331" y="2743200"/>
                        <a:pt x="2265528" y="2770496"/>
                      </a:cubicBezTo>
                      <a:cubicBezTo>
                        <a:pt x="2274627" y="2784144"/>
                        <a:pt x="2276911" y="2807461"/>
                        <a:pt x="2292824" y="2811439"/>
                      </a:cubicBezTo>
                      <a:lnTo>
                        <a:pt x="2347415" y="2825087"/>
                      </a:lnTo>
                      <a:cubicBezTo>
                        <a:pt x="2356513" y="2838735"/>
                        <a:pt x="2363112" y="2854432"/>
                        <a:pt x="2374710" y="2866030"/>
                      </a:cubicBezTo>
                      <a:cubicBezTo>
                        <a:pt x="2386308" y="2877628"/>
                        <a:pt x="2400664" y="2886663"/>
                        <a:pt x="2415653" y="2893325"/>
                      </a:cubicBezTo>
                      <a:cubicBezTo>
                        <a:pt x="2455322" y="2910956"/>
                        <a:pt x="2521106" y="2928685"/>
                        <a:pt x="2565779" y="2934269"/>
                      </a:cubicBezTo>
                      <a:cubicBezTo>
                        <a:pt x="2579321" y="2935962"/>
                        <a:pt x="2593074" y="2934269"/>
                        <a:pt x="2606722" y="293426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E2F0B033-1C2B-40BA-BBF1-13A8A95206ED}"/>
                    </a:ext>
                  </a:extLst>
                </p:cNvPr>
                <p:cNvSpPr/>
                <p:nvPr/>
              </p:nvSpPr>
              <p:spPr>
                <a:xfrm>
                  <a:off x="6660107" y="873457"/>
                  <a:ext cx="4408227" cy="5895833"/>
                </a:xfrm>
                <a:custGeom>
                  <a:avLst/>
                  <a:gdLst>
                    <a:gd name="connsiteX0" fmla="*/ 0 w 4408227"/>
                    <a:gd name="connsiteY0" fmla="*/ 300250 h 5895833"/>
                    <a:gd name="connsiteX1" fmla="*/ 68239 w 4408227"/>
                    <a:gd name="connsiteY1" fmla="*/ 259307 h 5895833"/>
                    <a:gd name="connsiteX2" fmla="*/ 150126 w 4408227"/>
                    <a:gd name="connsiteY2" fmla="*/ 177421 h 5895833"/>
                    <a:gd name="connsiteX3" fmla="*/ 232012 w 4408227"/>
                    <a:gd name="connsiteY3" fmla="*/ 122830 h 5895833"/>
                    <a:gd name="connsiteX4" fmla="*/ 272956 w 4408227"/>
                    <a:gd name="connsiteY4" fmla="*/ 81886 h 5895833"/>
                    <a:gd name="connsiteX5" fmla="*/ 354842 w 4408227"/>
                    <a:gd name="connsiteY5" fmla="*/ 54591 h 5895833"/>
                    <a:gd name="connsiteX6" fmla="*/ 395786 w 4408227"/>
                    <a:gd name="connsiteY6" fmla="*/ 40943 h 5895833"/>
                    <a:gd name="connsiteX7" fmla="*/ 436729 w 4408227"/>
                    <a:gd name="connsiteY7" fmla="*/ 27295 h 5895833"/>
                    <a:gd name="connsiteX8" fmla="*/ 627797 w 4408227"/>
                    <a:gd name="connsiteY8" fmla="*/ 0 h 5895833"/>
                    <a:gd name="connsiteX9" fmla="*/ 955344 w 4408227"/>
                    <a:gd name="connsiteY9" fmla="*/ 13647 h 5895833"/>
                    <a:gd name="connsiteX10" fmla="*/ 1091821 w 4408227"/>
                    <a:gd name="connsiteY10" fmla="*/ 54591 h 5895833"/>
                    <a:gd name="connsiteX11" fmla="*/ 1228299 w 4408227"/>
                    <a:gd name="connsiteY11" fmla="*/ 95534 h 5895833"/>
                    <a:gd name="connsiteX12" fmla="*/ 1269242 w 4408227"/>
                    <a:gd name="connsiteY12" fmla="*/ 109182 h 5895833"/>
                    <a:gd name="connsiteX13" fmla="*/ 1310186 w 4408227"/>
                    <a:gd name="connsiteY13" fmla="*/ 122830 h 5895833"/>
                    <a:gd name="connsiteX14" fmla="*/ 1351129 w 4408227"/>
                    <a:gd name="connsiteY14" fmla="*/ 163773 h 5895833"/>
                    <a:gd name="connsiteX15" fmla="*/ 1378424 w 4408227"/>
                    <a:gd name="connsiteY15" fmla="*/ 204716 h 5895833"/>
                    <a:gd name="connsiteX16" fmla="*/ 1433015 w 4408227"/>
                    <a:gd name="connsiteY16" fmla="*/ 232012 h 5895833"/>
                    <a:gd name="connsiteX17" fmla="*/ 1460311 w 4408227"/>
                    <a:gd name="connsiteY17" fmla="*/ 272955 h 5895833"/>
                    <a:gd name="connsiteX18" fmla="*/ 1542197 w 4408227"/>
                    <a:gd name="connsiteY18" fmla="*/ 327546 h 5895833"/>
                    <a:gd name="connsiteX19" fmla="*/ 1624084 w 4408227"/>
                    <a:gd name="connsiteY19" fmla="*/ 423080 h 5895833"/>
                    <a:gd name="connsiteX20" fmla="*/ 1705971 w 4408227"/>
                    <a:gd name="connsiteY20" fmla="*/ 477671 h 5895833"/>
                    <a:gd name="connsiteX21" fmla="*/ 1774209 w 4408227"/>
                    <a:gd name="connsiteY21" fmla="*/ 545910 h 5895833"/>
                    <a:gd name="connsiteX22" fmla="*/ 1815153 w 4408227"/>
                    <a:gd name="connsiteY22" fmla="*/ 600501 h 5895833"/>
                    <a:gd name="connsiteX23" fmla="*/ 1856096 w 4408227"/>
                    <a:gd name="connsiteY23" fmla="*/ 627797 h 5895833"/>
                    <a:gd name="connsiteX24" fmla="*/ 1937983 w 4408227"/>
                    <a:gd name="connsiteY24" fmla="*/ 709683 h 5895833"/>
                    <a:gd name="connsiteX25" fmla="*/ 1978926 w 4408227"/>
                    <a:gd name="connsiteY25" fmla="*/ 750627 h 5895833"/>
                    <a:gd name="connsiteX26" fmla="*/ 2060812 w 4408227"/>
                    <a:gd name="connsiteY26" fmla="*/ 818865 h 5895833"/>
                    <a:gd name="connsiteX27" fmla="*/ 2115403 w 4408227"/>
                    <a:gd name="connsiteY27" fmla="*/ 859809 h 5895833"/>
                    <a:gd name="connsiteX28" fmla="*/ 2142699 w 4408227"/>
                    <a:gd name="connsiteY28" fmla="*/ 900752 h 5895833"/>
                    <a:gd name="connsiteX29" fmla="*/ 2183642 w 4408227"/>
                    <a:gd name="connsiteY29" fmla="*/ 955343 h 5895833"/>
                    <a:gd name="connsiteX30" fmla="*/ 2210938 w 4408227"/>
                    <a:gd name="connsiteY30" fmla="*/ 996286 h 5895833"/>
                    <a:gd name="connsiteX31" fmla="*/ 2251881 w 4408227"/>
                    <a:gd name="connsiteY31" fmla="*/ 1023582 h 5895833"/>
                    <a:gd name="connsiteX32" fmla="*/ 2333768 w 4408227"/>
                    <a:gd name="connsiteY32" fmla="*/ 1146412 h 5895833"/>
                    <a:gd name="connsiteX33" fmla="*/ 2361063 w 4408227"/>
                    <a:gd name="connsiteY33" fmla="*/ 1187355 h 5895833"/>
                    <a:gd name="connsiteX34" fmla="*/ 2388359 w 4408227"/>
                    <a:gd name="connsiteY34" fmla="*/ 1228298 h 5895833"/>
                    <a:gd name="connsiteX35" fmla="*/ 2442950 w 4408227"/>
                    <a:gd name="connsiteY35" fmla="*/ 1296537 h 5895833"/>
                    <a:gd name="connsiteX36" fmla="*/ 2470245 w 4408227"/>
                    <a:gd name="connsiteY36" fmla="*/ 1337480 h 5895833"/>
                    <a:gd name="connsiteX37" fmla="*/ 2552132 w 4408227"/>
                    <a:gd name="connsiteY37" fmla="*/ 1419367 h 5895833"/>
                    <a:gd name="connsiteX38" fmla="*/ 2620371 w 4408227"/>
                    <a:gd name="connsiteY38" fmla="*/ 1501253 h 5895833"/>
                    <a:gd name="connsiteX39" fmla="*/ 2634018 w 4408227"/>
                    <a:gd name="connsiteY39" fmla="*/ 1542197 h 5895833"/>
                    <a:gd name="connsiteX40" fmla="*/ 2688609 w 4408227"/>
                    <a:gd name="connsiteY40" fmla="*/ 1624083 h 5895833"/>
                    <a:gd name="connsiteX41" fmla="*/ 2729553 w 4408227"/>
                    <a:gd name="connsiteY41" fmla="*/ 1705970 h 5895833"/>
                    <a:gd name="connsiteX42" fmla="*/ 2770496 w 4408227"/>
                    <a:gd name="connsiteY42" fmla="*/ 1842447 h 5895833"/>
                    <a:gd name="connsiteX43" fmla="*/ 2784144 w 4408227"/>
                    <a:gd name="connsiteY43" fmla="*/ 1883391 h 5895833"/>
                    <a:gd name="connsiteX44" fmla="*/ 2811439 w 4408227"/>
                    <a:gd name="connsiteY44" fmla="*/ 1924334 h 5895833"/>
                    <a:gd name="connsiteX45" fmla="*/ 2825087 w 4408227"/>
                    <a:gd name="connsiteY45" fmla="*/ 1992573 h 5895833"/>
                    <a:gd name="connsiteX46" fmla="*/ 2866030 w 4408227"/>
                    <a:gd name="connsiteY46" fmla="*/ 2074459 h 5895833"/>
                    <a:gd name="connsiteX47" fmla="*/ 2906974 w 4408227"/>
                    <a:gd name="connsiteY47" fmla="*/ 2197289 h 5895833"/>
                    <a:gd name="connsiteX48" fmla="*/ 2920621 w 4408227"/>
                    <a:gd name="connsiteY48" fmla="*/ 2238233 h 5895833"/>
                    <a:gd name="connsiteX49" fmla="*/ 2947917 w 4408227"/>
                    <a:gd name="connsiteY49" fmla="*/ 2292824 h 5895833"/>
                    <a:gd name="connsiteX50" fmla="*/ 2961565 w 4408227"/>
                    <a:gd name="connsiteY50" fmla="*/ 2374710 h 5895833"/>
                    <a:gd name="connsiteX51" fmla="*/ 2988860 w 4408227"/>
                    <a:gd name="connsiteY51" fmla="*/ 2470244 h 5895833"/>
                    <a:gd name="connsiteX52" fmla="*/ 3016156 w 4408227"/>
                    <a:gd name="connsiteY52" fmla="*/ 2552131 h 5895833"/>
                    <a:gd name="connsiteX53" fmla="*/ 3029803 w 4408227"/>
                    <a:gd name="connsiteY53" fmla="*/ 2593074 h 5895833"/>
                    <a:gd name="connsiteX54" fmla="*/ 3057099 w 4408227"/>
                    <a:gd name="connsiteY54" fmla="*/ 2729552 h 5895833"/>
                    <a:gd name="connsiteX55" fmla="*/ 3098042 w 4408227"/>
                    <a:gd name="connsiteY55" fmla="*/ 2838734 h 5895833"/>
                    <a:gd name="connsiteX56" fmla="*/ 3125338 w 4408227"/>
                    <a:gd name="connsiteY56" fmla="*/ 2975212 h 5895833"/>
                    <a:gd name="connsiteX57" fmla="*/ 3138986 w 4408227"/>
                    <a:gd name="connsiteY57" fmla="*/ 3016155 h 5895833"/>
                    <a:gd name="connsiteX58" fmla="*/ 3166281 w 4408227"/>
                    <a:gd name="connsiteY58" fmla="*/ 3138985 h 5895833"/>
                    <a:gd name="connsiteX59" fmla="*/ 3220872 w 4408227"/>
                    <a:gd name="connsiteY59" fmla="*/ 3248167 h 5895833"/>
                    <a:gd name="connsiteX60" fmla="*/ 3234520 w 4408227"/>
                    <a:gd name="connsiteY60" fmla="*/ 3316406 h 5895833"/>
                    <a:gd name="connsiteX61" fmla="*/ 3248168 w 4408227"/>
                    <a:gd name="connsiteY61" fmla="*/ 3370997 h 5895833"/>
                    <a:gd name="connsiteX62" fmla="*/ 3275463 w 4408227"/>
                    <a:gd name="connsiteY62" fmla="*/ 3452883 h 5895833"/>
                    <a:gd name="connsiteX63" fmla="*/ 3302759 w 4408227"/>
                    <a:gd name="connsiteY63" fmla="*/ 3562065 h 5895833"/>
                    <a:gd name="connsiteX64" fmla="*/ 3357350 w 4408227"/>
                    <a:gd name="connsiteY64" fmla="*/ 3712191 h 5895833"/>
                    <a:gd name="connsiteX65" fmla="*/ 3384645 w 4408227"/>
                    <a:gd name="connsiteY65" fmla="*/ 3835021 h 5895833"/>
                    <a:gd name="connsiteX66" fmla="*/ 3398293 w 4408227"/>
                    <a:gd name="connsiteY66" fmla="*/ 3889612 h 5895833"/>
                    <a:gd name="connsiteX67" fmla="*/ 3425589 w 4408227"/>
                    <a:gd name="connsiteY67" fmla="*/ 3944203 h 5895833"/>
                    <a:gd name="connsiteX68" fmla="*/ 3439236 w 4408227"/>
                    <a:gd name="connsiteY68" fmla="*/ 3998794 h 5895833"/>
                    <a:gd name="connsiteX69" fmla="*/ 3452884 w 4408227"/>
                    <a:gd name="connsiteY69" fmla="*/ 4039737 h 5895833"/>
                    <a:gd name="connsiteX70" fmla="*/ 3466532 w 4408227"/>
                    <a:gd name="connsiteY70" fmla="*/ 4135271 h 5895833"/>
                    <a:gd name="connsiteX71" fmla="*/ 3493827 w 4408227"/>
                    <a:gd name="connsiteY71" fmla="*/ 4217158 h 5895833"/>
                    <a:gd name="connsiteX72" fmla="*/ 3521123 w 4408227"/>
                    <a:gd name="connsiteY72" fmla="*/ 4312692 h 5895833"/>
                    <a:gd name="connsiteX73" fmla="*/ 3562066 w 4408227"/>
                    <a:gd name="connsiteY73" fmla="*/ 4449170 h 5895833"/>
                    <a:gd name="connsiteX74" fmla="*/ 3575714 w 4408227"/>
                    <a:gd name="connsiteY74" fmla="*/ 4490113 h 5895833"/>
                    <a:gd name="connsiteX75" fmla="*/ 3589362 w 4408227"/>
                    <a:gd name="connsiteY75" fmla="*/ 4531056 h 5895833"/>
                    <a:gd name="connsiteX76" fmla="*/ 3616657 w 4408227"/>
                    <a:gd name="connsiteY76" fmla="*/ 4572000 h 5895833"/>
                    <a:gd name="connsiteX77" fmla="*/ 3684896 w 4408227"/>
                    <a:gd name="connsiteY77" fmla="*/ 4694830 h 5895833"/>
                    <a:gd name="connsiteX78" fmla="*/ 3698544 w 4408227"/>
                    <a:gd name="connsiteY78" fmla="*/ 4735773 h 5895833"/>
                    <a:gd name="connsiteX79" fmla="*/ 3753135 w 4408227"/>
                    <a:gd name="connsiteY79" fmla="*/ 4817659 h 5895833"/>
                    <a:gd name="connsiteX80" fmla="*/ 3807726 w 4408227"/>
                    <a:gd name="connsiteY80" fmla="*/ 4940489 h 5895833"/>
                    <a:gd name="connsiteX81" fmla="*/ 3821374 w 4408227"/>
                    <a:gd name="connsiteY81" fmla="*/ 4995080 h 5895833"/>
                    <a:gd name="connsiteX82" fmla="*/ 3848669 w 4408227"/>
                    <a:gd name="connsiteY82" fmla="*/ 5090615 h 5895833"/>
                    <a:gd name="connsiteX83" fmla="*/ 3889612 w 4408227"/>
                    <a:gd name="connsiteY83" fmla="*/ 5240740 h 5895833"/>
                    <a:gd name="connsiteX84" fmla="*/ 3903260 w 4408227"/>
                    <a:gd name="connsiteY84" fmla="*/ 5281683 h 5895833"/>
                    <a:gd name="connsiteX85" fmla="*/ 3930556 w 4408227"/>
                    <a:gd name="connsiteY85" fmla="*/ 5322627 h 5895833"/>
                    <a:gd name="connsiteX86" fmla="*/ 3971499 w 4408227"/>
                    <a:gd name="connsiteY86" fmla="*/ 5404513 h 5895833"/>
                    <a:gd name="connsiteX87" fmla="*/ 4026090 w 4408227"/>
                    <a:gd name="connsiteY87" fmla="*/ 5500047 h 5895833"/>
                    <a:gd name="connsiteX88" fmla="*/ 4039738 w 4408227"/>
                    <a:gd name="connsiteY88" fmla="*/ 5554639 h 5895833"/>
                    <a:gd name="connsiteX89" fmla="*/ 4094329 w 4408227"/>
                    <a:gd name="connsiteY89" fmla="*/ 5650173 h 5895833"/>
                    <a:gd name="connsiteX90" fmla="*/ 4135272 w 4408227"/>
                    <a:gd name="connsiteY90" fmla="*/ 5704764 h 5895833"/>
                    <a:gd name="connsiteX91" fmla="*/ 4203511 w 4408227"/>
                    <a:gd name="connsiteY91" fmla="*/ 5786650 h 5895833"/>
                    <a:gd name="connsiteX92" fmla="*/ 4285397 w 4408227"/>
                    <a:gd name="connsiteY92" fmla="*/ 5841242 h 5895833"/>
                    <a:gd name="connsiteX93" fmla="*/ 4326341 w 4408227"/>
                    <a:gd name="connsiteY93" fmla="*/ 5854889 h 5895833"/>
                    <a:gd name="connsiteX94" fmla="*/ 4408227 w 4408227"/>
                    <a:gd name="connsiteY94" fmla="*/ 5895833 h 5895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</a:cxnLst>
                  <a:rect l="l" t="t" r="r" b="b"/>
                  <a:pathLst>
                    <a:path w="4408227" h="5895833">
                      <a:moveTo>
                        <a:pt x="0" y="300250"/>
                      </a:moveTo>
                      <a:cubicBezTo>
                        <a:pt x="22746" y="286602"/>
                        <a:pt x="47709" y="276104"/>
                        <a:pt x="68239" y="259307"/>
                      </a:cubicBezTo>
                      <a:cubicBezTo>
                        <a:pt x="98115" y="234863"/>
                        <a:pt x="118008" y="198833"/>
                        <a:pt x="150126" y="177421"/>
                      </a:cubicBezTo>
                      <a:cubicBezTo>
                        <a:pt x="177421" y="159224"/>
                        <a:pt x="208815" y="146027"/>
                        <a:pt x="232012" y="122830"/>
                      </a:cubicBezTo>
                      <a:cubicBezTo>
                        <a:pt x="245660" y="109182"/>
                        <a:pt x="256084" y="91259"/>
                        <a:pt x="272956" y="81886"/>
                      </a:cubicBezTo>
                      <a:cubicBezTo>
                        <a:pt x="298107" y="67913"/>
                        <a:pt x="327547" y="63689"/>
                        <a:pt x="354842" y="54591"/>
                      </a:cubicBezTo>
                      <a:lnTo>
                        <a:pt x="395786" y="40943"/>
                      </a:lnTo>
                      <a:cubicBezTo>
                        <a:pt x="409434" y="36394"/>
                        <a:pt x="422622" y="30116"/>
                        <a:pt x="436729" y="27295"/>
                      </a:cubicBezTo>
                      <a:cubicBezTo>
                        <a:pt x="545363" y="5568"/>
                        <a:pt x="481913" y="16209"/>
                        <a:pt x="627797" y="0"/>
                      </a:cubicBezTo>
                      <a:cubicBezTo>
                        <a:pt x="736979" y="4549"/>
                        <a:pt x="846345" y="5861"/>
                        <a:pt x="955344" y="13647"/>
                      </a:cubicBezTo>
                      <a:cubicBezTo>
                        <a:pt x="985670" y="15813"/>
                        <a:pt x="1072177" y="49680"/>
                        <a:pt x="1091821" y="54591"/>
                      </a:cubicBezTo>
                      <a:cubicBezTo>
                        <a:pt x="1174321" y="75216"/>
                        <a:pt x="1128624" y="62309"/>
                        <a:pt x="1228299" y="95534"/>
                      </a:cubicBezTo>
                      <a:lnTo>
                        <a:pt x="1269242" y="109182"/>
                      </a:lnTo>
                      <a:lnTo>
                        <a:pt x="1310186" y="122830"/>
                      </a:lnTo>
                      <a:cubicBezTo>
                        <a:pt x="1323834" y="136478"/>
                        <a:pt x="1338773" y="148946"/>
                        <a:pt x="1351129" y="163773"/>
                      </a:cubicBezTo>
                      <a:cubicBezTo>
                        <a:pt x="1361630" y="176374"/>
                        <a:pt x="1365823" y="194215"/>
                        <a:pt x="1378424" y="204716"/>
                      </a:cubicBezTo>
                      <a:cubicBezTo>
                        <a:pt x="1394053" y="217741"/>
                        <a:pt x="1414818" y="222913"/>
                        <a:pt x="1433015" y="232012"/>
                      </a:cubicBezTo>
                      <a:cubicBezTo>
                        <a:pt x="1442114" y="245660"/>
                        <a:pt x="1447967" y="262154"/>
                        <a:pt x="1460311" y="272955"/>
                      </a:cubicBezTo>
                      <a:cubicBezTo>
                        <a:pt x="1484999" y="294557"/>
                        <a:pt x="1542197" y="327546"/>
                        <a:pt x="1542197" y="327546"/>
                      </a:cubicBezTo>
                      <a:cubicBezTo>
                        <a:pt x="1571714" y="371820"/>
                        <a:pt x="1576807" y="385259"/>
                        <a:pt x="1624084" y="423080"/>
                      </a:cubicBezTo>
                      <a:cubicBezTo>
                        <a:pt x="1649701" y="443573"/>
                        <a:pt x="1705971" y="477671"/>
                        <a:pt x="1705971" y="477671"/>
                      </a:cubicBezTo>
                      <a:cubicBezTo>
                        <a:pt x="1778753" y="586849"/>
                        <a:pt x="1683230" y="454932"/>
                        <a:pt x="1774209" y="545910"/>
                      </a:cubicBezTo>
                      <a:cubicBezTo>
                        <a:pt x="1790293" y="561994"/>
                        <a:pt x="1799069" y="584417"/>
                        <a:pt x="1815153" y="600501"/>
                      </a:cubicBezTo>
                      <a:cubicBezTo>
                        <a:pt x="1826751" y="612099"/>
                        <a:pt x="1843837" y="616900"/>
                        <a:pt x="1856096" y="627797"/>
                      </a:cubicBezTo>
                      <a:cubicBezTo>
                        <a:pt x="1884947" y="653443"/>
                        <a:pt x="1910687" y="682387"/>
                        <a:pt x="1937983" y="709683"/>
                      </a:cubicBezTo>
                      <a:cubicBezTo>
                        <a:pt x="1951631" y="723331"/>
                        <a:pt x="1962867" y="739921"/>
                        <a:pt x="1978926" y="750627"/>
                      </a:cubicBezTo>
                      <a:cubicBezTo>
                        <a:pt x="2069412" y="810950"/>
                        <a:pt x="1968870" y="740057"/>
                        <a:pt x="2060812" y="818865"/>
                      </a:cubicBezTo>
                      <a:cubicBezTo>
                        <a:pt x="2078082" y="833668"/>
                        <a:pt x="2099319" y="843725"/>
                        <a:pt x="2115403" y="859809"/>
                      </a:cubicBezTo>
                      <a:cubicBezTo>
                        <a:pt x="2127001" y="871407"/>
                        <a:pt x="2133165" y="887405"/>
                        <a:pt x="2142699" y="900752"/>
                      </a:cubicBezTo>
                      <a:cubicBezTo>
                        <a:pt x="2155920" y="919261"/>
                        <a:pt x="2170421" y="936834"/>
                        <a:pt x="2183642" y="955343"/>
                      </a:cubicBezTo>
                      <a:cubicBezTo>
                        <a:pt x="2193176" y="968690"/>
                        <a:pt x="2199340" y="984688"/>
                        <a:pt x="2210938" y="996286"/>
                      </a:cubicBezTo>
                      <a:cubicBezTo>
                        <a:pt x="2222536" y="1007884"/>
                        <a:pt x="2238233" y="1014483"/>
                        <a:pt x="2251881" y="1023582"/>
                      </a:cubicBezTo>
                      <a:lnTo>
                        <a:pt x="2333768" y="1146412"/>
                      </a:lnTo>
                      <a:lnTo>
                        <a:pt x="2361063" y="1187355"/>
                      </a:lnTo>
                      <a:lnTo>
                        <a:pt x="2388359" y="1228298"/>
                      </a:lnTo>
                      <a:cubicBezTo>
                        <a:pt x="2414927" y="1308007"/>
                        <a:pt x="2381218" y="1234806"/>
                        <a:pt x="2442950" y="1296537"/>
                      </a:cubicBezTo>
                      <a:cubicBezTo>
                        <a:pt x="2454548" y="1308135"/>
                        <a:pt x="2459348" y="1325221"/>
                        <a:pt x="2470245" y="1337480"/>
                      </a:cubicBezTo>
                      <a:cubicBezTo>
                        <a:pt x="2495891" y="1366331"/>
                        <a:pt x="2530720" y="1387248"/>
                        <a:pt x="2552132" y="1419367"/>
                      </a:cubicBezTo>
                      <a:cubicBezTo>
                        <a:pt x="2590133" y="1476369"/>
                        <a:pt x="2567829" y="1448712"/>
                        <a:pt x="2620371" y="1501253"/>
                      </a:cubicBezTo>
                      <a:cubicBezTo>
                        <a:pt x="2624920" y="1514901"/>
                        <a:pt x="2627032" y="1529621"/>
                        <a:pt x="2634018" y="1542197"/>
                      </a:cubicBezTo>
                      <a:cubicBezTo>
                        <a:pt x="2649949" y="1570874"/>
                        <a:pt x="2678235" y="1592961"/>
                        <a:pt x="2688609" y="1624083"/>
                      </a:cubicBezTo>
                      <a:cubicBezTo>
                        <a:pt x="2707444" y="1680588"/>
                        <a:pt x="2694277" y="1653057"/>
                        <a:pt x="2729553" y="1705970"/>
                      </a:cubicBezTo>
                      <a:cubicBezTo>
                        <a:pt x="2750178" y="1788476"/>
                        <a:pt x="2737268" y="1742763"/>
                        <a:pt x="2770496" y="1842447"/>
                      </a:cubicBezTo>
                      <a:cubicBezTo>
                        <a:pt x="2775045" y="1856095"/>
                        <a:pt x="2776164" y="1871421"/>
                        <a:pt x="2784144" y="1883391"/>
                      </a:cubicBezTo>
                      <a:lnTo>
                        <a:pt x="2811439" y="1924334"/>
                      </a:lnTo>
                      <a:cubicBezTo>
                        <a:pt x="2815988" y="1947080"/>
                        <a:pt x="2816942" y="1970853"/>
                        <a:pt x="2825087" y="1992573"/>
                      </a:cubicBezTo>
                      <a:cubicBezTo>
                        <a:pt x="2865242" y="2099650"/>
                        <a:pt x="2842917" y="1970450"/>
                        <a:pt x="2866030" y="2074459"/>
                      </a:cubicBezTo>
                      <a:cubicBezTo>
                        <a:pt x="2890546" y="2184782"/>
                        <a:pt x="2859485" y="2126057"/>
                        <a:pt x="2906974" y="2197289"/>
                      </a:cubicBezTo>
                      <a:cubicBezTo>
                        <a:pt x="2911523" y="2210937"/>
                        <a:pt x="2914954" y="2225010"/>
                        <a:pt x="2920621" y="2238233"/>
                      </a:cubicBezTo>
                      <a:cubicBezTo>
                        <a:pt x="2928635" y="2256933"/>
                        <a:pt x="2942071" y="2273337"/>
                        <a:pt x="2947917" y="2292824"/>
                      </a:cubicBezTo>
                      <a:cubicBezTo>
                        <a:pt x="2955869" y="2319329"/>
                        <a:pt x="2955343" y="2347747"/>
                        <a:pt x="2961565" y="2374710"/>
                      </a:cubicBezTo>
                      <a:cubicBezTo>
                        <a:pt x="2969012" y="2406981"/>
                        <a:pt x="2979120" y="2438590"/>
                        <a:pt x="2988860" y="2470244"/>
                      </a:cubicBezTo>
                      <a:cubicBezTo>
                        <a:pt x="2997321" y="2497744"/>
                        <a:pt x="3007058" y="2524835"/>
                        <a:pt x="3016156" y="2552131"/>
                      </a:cubicBezTo>
                      <a:cubicBezTo>
                        <a:pt x="3020705" y="2565779"/>
                        <a:pt x="3027438" y="2578884"/>
                        <a:pt x="3029803" y="2593074"/>
                      </a:cubicBezTo>
                      <a:cubicBezTo>
                        <a:pt x="3036523" y="2633395"/>
                        <a:pt x="3043525" y="2688831"/>
                        <a:pt x="3057099" y="2729552"/>
                      </a:cubicBezTo>
                      <a:cubicBezTo>
                        <a:pt x="3065538" y="2754870"/>
                        <a:pt x="3090856" y="2807597"/>
                        <a:pt x="3098042" y="2838734"/>
                      </a:cubicBezTo>
                      <a:cubicBezTo>
                        <a:pt x="3108474" y="2883940"/>
                        <a:pt x="3114906" y="2930006"/>
                        <a:pt x="3125338" y="2975212"/>
                      </a:cubicBezTo>
                      <a:cubicBezTo>
                        <a:pt x="3128573" y="2989230"/>
                        <a:pt x="3135497" y="3002199"/>
                        <a:pt x="3138986" y="3016155"/>
                      </a:cubicBezTo>
                      <a:cubicBezTo>
                        <a:pt x="3142874" y="3031707"/>
                        <a:pt x="3157872" y="3119365"/>
                        <a:pt x="3166281" y="3138985"/>
                      </a:cubicBezTo>
                      <a:cubicBezTo>
                        <a:pt x="3222609" y="3270413"/>
                        <a:pt x="3164421" y="3059997"/>
                        <a:pt x="3220872" y="3248167"/>
                      </a:cubicBezTo>
                      <a:cubicBezTo>
                        <a:pt x="3227537" y="3270386"/>
                        <a:pt x="3229488" y="3293762"/>
                        <a:pt x="3234520" y="3316406"/>
                      </a:cubicBezTo>
                      <a:cubicBezTo>
                        <a:pt x="3238589" y="3334716"/>
                        <a:pt x="3242778" y="3353031"/>
                        <a:pt x="3248168" y="3370997"/>
                      </a:cubicBezTo>
                      <a:cubicBezTo>
                        <a:pt x="3256435" y="3398555"/>
                        <a:pt x="3268485" y="3424970"/>
                        <a:pt x="3275463" y="3452883"/>
                      </a:cubicBezTo>
                      <a:cubicBezTo>
                        <a:pt x="3284562" y="3489277"/>
                        <a:pt x="3290896" y="3526476"/>
                        <a:pt x="3302759" y="3562065"/>
                      </a:cubicBezTo>
                      <a:cubicBezTo>
                        <a:pt x="3337801" y="3667193"/>
                        <a:pt x="3319368" y="3617238"/>
                        <a:pt x="3357350" y="3712191"/>
                      </a:cubicBezTo>
                      <a:cubicBezTo>
                        <a:pt x="3381977" y="3859960"/>
                        <a:pt x="3357768" y="3740951"/>
                        <a:pt x="3384645" y="3835021"/>
                      </a:cubicBezTo>
                      <a:cubicBezTo>
                        <a:pt x="3389798" y="3853056"/>
                        <a:pt x="3391707" y="3872049"/>
                        <a:pt x="3398293" y="3889612"/>
                      </a:cubicBezTo>
                      <a:cubicBezTo>
                        <a:pt x="3405437" y="3908662"/>
                        <a:pt x="3416490" y="3926006"/>
                        <a:pt x="3425589" y="3944203"/>
                      </a:cubicBezTo>
                      <a:cubicBezTo>
                        <a:pt x="3430138" y="3962400"/>
                        <a:pt x="3434083" y="3980759"/>
                        <a:pt x="3439236" y="3998794"/>
                      </a:cubicBezTo>
                      <a:cubicBezTo>
                        <a:pt x="3443188" y="4012626"/>
                        <a:pt x="3450063" y="4025630"/>
                        <a:pt x="3452884" y="4039737"/>
                      </a:cubicBezTo>
                      <a:cubicBezTo>
                        <a:pt x="3459193" y="4071280"/>
                        <a:pt x="3459299" y="4103927"/>
                        <a:pt x="3466532" y="4135271"/>
                      </a:cubicBezTo>
                      <a:cubicBezTo>
                        <a:pt x="3473002" y="4163306"/>
                        <a:pt x="3486849" y="4189245"/>
                        <a:pt x="3493827" y="4217158"/>
                      </a:cubicBezTo>
                      <a:cubicBezTo>
                        <a:pt x="3536493" y="4387819"/>
                        <a:pt x="3481964" y="4175637"/>
                        <a:pt x="3521123" y="4312692"/>
                      </a:cubicBezTo>
                      <a:cubicBezTo>
                        <a:pt x="3562378" y="4457080"/>
                        <a:pt x="3497197" y="4254562"/>
                        <a:pt x="3562066" y="4449170"/>
                      </a:cubicBezTo>
                      <a:lnTo>
                        <a:pt x="3575714" y="4490113"/>
                      </a:lnTo>
                      <a:cubicBezTo>
                        <a:pt x="3580263" y="4503761"/>
                        <a:pt x="3581382" y="4519086"/>
                        <a:pt x="3589362" y="4531056"/>
                      </a:cubicBezTo>
                      <a:cubicBezTo>
                        <a:pt x="3598460" y="4544704"/>
                        <a:pt x="3609995" y="4557011"/>
                        <a:pt x="3616657" y="4572000"/>
                      </a:cubicBezTo>
                      <a:cubicBezTo>
                        <a:pt x="3670095" y="4692235"/>
                        <a:pt x="3610166" y="4620099"/>
                        <a:pt x="3684896" y="4694830"/>
                      </a:cubicBezTo>
                      <a:cubicBezTo>
                        <a:pt x="3689445" y="4708478"/>
                        <a:pt x="3691558" y="4723197"/>
                        <a:pt x="3698544" y="4735773"/>
                      </a:cubicBezTo>
                      <a:cubicBezTo>
                        <a:pt x="3714476" y="4764450"/>
                        <a:pt x="3753135" y="4817659"/>
                        <a:pt x="3753135" y="4817659"/>
                      </a:cubicBezTo>
                      <a:cubicBezTo>
                        <a:pt x="3785617" y="4915107"/>
                        <a:pt x="3764470" y="4875606"/>
                        <a:pt x="3807726" y="4940489"/>
                      </a:cubicBezTo>
                      <a:cubicBezTo>
                        <a:pt x="3812275" y="4958686"/>
                        <a:pt x="3816221" y="4977045"/>
                        <a:pt x="3821374" y="4995080"/>
                      </a:cubicBezTo>
                      <a:cubicBezTo>
                        <a:pt x="3844168" y="5074861"/>
                        <a:pt x="3827339" y="4994632"/>
                        <a:pt x="3848669" y="5090615"/>
                      </a:cubicBezTo>
                      <a:cubicBezTo>
                        <a:pt x="3874389" y="5206354"/>
                        <a:pt x="3847007" y="5112924"/>
                        <a:pt x="3889612" y="5240740"/>
                      </a:cubicBezTo>
                      <a:cubicBezTo>
                        <a:pt x="3894161" y="5254388"/>
                        <a:pt x="3895280" y="5269713"/>
                        <a:pt x="3903260" y="5281683"/>
                      </a:cubicBezTo>
                      <a:lnTo>
                        <a:pt x="3930556" y="5322627"/>
                      </a:lnTo>
                      <a:cubicBezTo>
                        <a:pt x="3955578" y="5397695"/>
                        <a:pt x="3929168" y="5330434"/>
                        <a:pt x="3971499" y="5404513"/>
                      </a:cubicBezTo>
                      <a:cubicBezTo>
                        <a:pt x="4040761" y="5525721"/>
                        <a:pt x="3959588" y="5400296"/>
                        <a:pt x="4026090" y="5500047"/>
                      </a:cubicBezTo>
                      <a:cubicBezTo>
                        <a:pt x="4030639" y="5518244"/>
                        <a:pt x="4033152" y="5537076"/>
                        <a:pt x="4039738" y="5554639"/>
                      </a:cubicBezTo>
                      <a:cubicBezTo>
                        <a:pt x="4052366" y="5588313"/>
                        <a:pt x="4073487" y="5620994"/>
                        <a:pt x="4094329" y="5650173"/>
                      </a:cubicBezTo>
                      <a:cubicBezTo>
                        <a:pt x="4107550" y="5668682"/>
                        <a:pt x="4122051" y="5686255"/>
                        <a:pt x="4135272" y="5704764"/>
                      </a:cubicBezTo>
                      <a:cubicBezTo>
                        <a:pt x="4163433" y="5744190"/>
                        <a:pt x="4162549" y="5754790"/>
                        <a:pt x="4203511" y="5786650"/>
                      </a:cubicBezTo>
                      <a:cubicBezTo>
                        <a:pt x="4229406" y="5806791"/>
                        <a:pt x="4254275" y="5830869"/>
                        <a:pt x="4285397" y="5841242"/>
                      </a:cubicBezTo>
                      <a:cubicBezTo>
                        <a:pt x="4299045" y="5845791"/>
                        <a:pt x="4313118" y="5849222"/>
                        <a:pt x="4326341" y="5854889"/>
                      </a:cubicBezTo>
                      <a:cubicBezTo>
                        <a:pt x="4326349" y="5854892"/>
                        <a:pt x="4394575" y="5889007"/>
                        <a:pt x="4408227" y="5895833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42EE174C-A77C-46B9-B419-66F3B51EEFE2}"/>
                    </a:ext>
                  </a:extLst>
                </p:cNvPr>
                <p:cNvSpPr/>
                <p:nvPr/>
              </p:nvSpPr>
              <p:spPr>
                <a:xfrm>
                  <a:off x="4271749" y="-668740"/>
                  <a:ext cx="6919415" cy="5609518"/>
                </a:xfrm>
                <a:custGeom>
                  <a:avLst/>
                  <a:gdLst>
                    <a:gd name="connsiteX0" fmla="*/ 0 w 6919415"/>
                    <a:gd name="connsiteY0" fmla="*/ 1815152 h 5609518"/>
                    <a:gd name="connsiteX1" fmla="*/ 13648 w 6919415"/>
                    <a:gd name="connsiteY1" fmla="*/ 1392071 h 5609518"/>
                    <a:gd name="connsiteX2" fmla="*/ 40944 w 6919415"/>
                    <a:gd name="connsiteY2" fmla="*/ 1310185 h 5609518"/>
                    <a:gd name="connsiteX3" fmla="*/ 68239 w 6919415"/>
                    <a:gd name="connsiteY3" fmla="*/ 1228298 h 5609518"/>
                    <a:gd name="connsiteX4" fmla="*/ 81887 w 6919415"/>
                    <a:gd name="connsiteY4" fmla="*/ 1187355 h 5609518"/>
                    <a:gd name="connsiteX5" fmla="*/ 136478 w 6919415"/>
                    <a:gd name="connsiteY5" fmla="*/ 1105468 h 5609518"/>
                    <a:gd name="connsiteX6" fmla="*/ 150126 w 6919415"/>
                    <a:gd name="connsiteY6" fmla="*/ 1064525 h 5609518"/>
                    <a:gd name="connsiteX7" fmla="*/ 204717 w 6919415"/>
                    <a:gd name="connsiteY7" fmla="*/ 968991 h 5609518"/>
                    <a:gd name="connsiteX8" fmla="*/ 259308 w 6919415"/>
                    <a:gd name="connsiteY8" fmla="*/ 859809 h 5609518"/>
                    <a:gd name="connsiteX9" fmla="*/ 300251 w 6919415"/>
                    <a:gd name="connsiteY9" fmla="*/ 818865 h 5609518"/>
                    <a:gd name="connsiteX10" fmla="*/ 327547 w 6919415"/>
                    <a:gd name="connsiteY10" fmla="*/ 764274 h 5609518"/>
                    <a:gd name="connsiteX11" fmla="*/ 368490 w 6919415"/>
                    <a:gd name="connsiteY11" fmla="*/ 723331 h 5609518"/>
                    <a:gd name="connsiteX12" fmla="*/ 436729 w 6919415"/>
                    <a:gd name="connsiteY12" fmla="*/ 627797 h 5609518"/>
                    <a:gd name="connsiteX13" fmla="*/ 477672 w 6919415"/>
                    <a:gd name="connsiteY13" fmla="*/ 600501 h 5609518"/>
                    <a:gd name="connsiteX14" fmla="*/ 559558 w 6919415"/>
                    <a:gd name="connsiteY14" fmla="*/ 532262 h 5609518"/>
                    <a:gd name="connsiteX15" fmla="*/ 641445 w 6919415"/>
                    <a:gd name="connsiteY15" fmla="*/ 464024 h 5609518"/>
                    <a:gd name="connsiteX16" fmla="*/ 750627 w 6919415"/>
                    <a:gd name="connsiteY16" fmla="*/ 382137 h 5609518"/>
                    <a:gd name="connsiteX17" fmla="*/ 791570 w 6919415"/>
                    <a:gd name="connsiteY17" fmla="*/ 368489 h 5609518"/>
                    <a:gd name="connsiteX18" fmla="*/ 887105 w 6919415"/>
                    <a:gd name="connsiteY18" fmla="*/ 300250 h 5609518"/>
                    <a:gd name="connsiteX19" fmla="*/ 928048 w 6919415"/>
                    <a:gd name="connsiteY19" fmla="*/ 286603 h 5609518"/>
                    <a:gd name="connsiteX20" fmla="*/ 1023582 w 6919415"/>
                    <a:gd name="connsiteY20" fmla="*/ 245659 h 5609518"/>
                    <a:gd name="connsiteX21" fmla="*/ 1064526 w 6919415"/>
                    <a:gd name="connsiteY21" fmla="*/ 204716 h 5609518"/>
                    <a:gd name="connsiteX22" fmla="*/ 1132764 w 6919415"/>
                    <a:gd name="connsiteY22" fmla="*/ 191068 h 5609518"/>
                    <a:gd name="connsiteX23" fmla="*/ 1214651 w 6919415"/>
                    <a:gd name="connsiteY23" fmla="*/ 163773 h 5609518"/>
                    <a:gd name="connsiteX24" fmla="*/ 1296538 w 6919415"/>
                    <a:gd name="connsiteY24" fmla="*/ 136477 h 5609518"/>
                    <a:gd name="connsiteX25" fmla="*/ 1351129 w 6919415"/>
                    <a:gd name="connsiteY25" fmla="*/ 122830 h 5609518"/>
                    <a:gd name="connsiteX26" fmla="*/ 1528550 w 6919415"/>
                    <a:gd name="connsiteY26" fmla="*/ 68239 h 5609518"/>
                    <a:gd name="connsiteX27" fmla="*/ 1678675 w 6919415"/>
                    <a:gd name="connsiteY27" fmla="*/ 54591 h 5609518"/>
                    <a:gd name="connsiteX28" fmla="*/ 1801505 w 6919415"/>
                    <a:gd name="connsiteY28" fmla="*/ 27295 h 5609518"/>
                    <a:gd name="connsiteX29" fmla="*/ 1978926 w 6919415"/>
                    <a:gd name="connsiteY29" fmla="*/ 13647 h 5609518"/>
                    <a:gd name="connsiteX30" fmla="*/ 2074460 w 6919415"/>
                    <a:gd name="connsiteY30" fmla="*/ 0 h 5609518"/>
                    <a:gd name="connsiteX31" fmla="*/ 2715905 w 6919415"/>
                    <a:gd name="connsiteY31" fmla="*/ 13647 h 5609518"/>
                    <a:gd name="connsiteX32" fmla="*/ 2797791 w 6919415"/>
                    <a:gd name="connsiteY32" fmla="*/ 40943 h 5609518"/>
                    <a:gd name="connsiteX33" fmla="*/ 2906973 w 6919415"/>
                    <a:gd name="connsiteY33" fmla="*/ 68239 h 5609518"/>
                    <a:gd name="connsiteX34" fmla="*/ 2947917 w 6919415"/>
                    <a:gd name="connsiteY34" fmla="*/ 81886 h 5609518"/>
                    <a:gd name="connsiteX35" fmla="*/ 3002508 w 6919415"/>
                    <a:gd name="connsiteY35" fmla="*/ 95534 h 5609518"/>
                    <a:gd name="connsiteX36" fmla="*/ 3125338 w 6919415"/>
                    <a:gd name="connsiteY36" fmla="*/ 136477 h 5609518"/>
                    <a:gd name="connsiteX37" fmla="*/ 3166281 w 6919415"/>
                    <a:gd name="connsiteY37" fmla="*/ 150125 h 5609518"/>
                    <a:gd name="connsiteX38" fmla="*/ 3261815 w 6919415"/>
                    <a:gd name="connsiteY38" fmla="*/ 191068 h 5609518"/>
                    <a:gd name="connsiteX39" fmla="*/ 3357350 w 6919415"/>
                    <a:gd name="connsiteY39" fmla="*/ 204716 h 5609518"/>
                    <a:gd name="connsiteX40" fmla="*/ 3425588 w 6919415"/>
                    <a:gd name="connsiteY40" fmla="*/ 232012 h 5609518"/>
                    <a:gd name="connsiteX41" fmla="*/ 3507475 w 6919415"/>
                    <a:gd name="connsiteY41" fmla="*/ 286603 h 5609518"/>
                    <a:gd name="connsiteX42" fmla="*/ 3589361 w 6919415"/>
                    <a:gd name="connsiteY42" fmla="*/ 313898 h 5609518"/>
                    <a:gd name="connsiteX43" fmla="*/ 3684896 w 6919415"/>
                    <a:gd name="connsiteY43" fmla="*/ 354841 h 5609518"/>
                    <a:gd name="connsiteX44" fmla="*/ 3725839 w 6919415"/>
                    <a:gd name="connsiteY44" fmla="*/ 382137 h 5609518"/>
                    <a:gd name="connsiteX45" fmla="*/ 3766782 w 6919415"/>
                    <a:gd name="connsiteY45" fmla="*/ 395785 h 5609518"/>
                    <a:gd name="connsiteX46" fmla="*/ 3821373 w 6919415"/>
                    <a:gd name="connsiteY46" fmla="*/ 436728 h 5609518"/>
                    <a:gd name="connsiteX47" fmla="*/ 3862317 w 6919415"/>
                    <a:gd name="connsiteY47" fmla="*/ 450376 h 5609518"/>
                    <a:gd name="connsiteX48" fmla="*/ 3971499 w 6919415"/>
                    <a:gd name="connsiteY48" fmla="*/ 518615 h 5609518"/>
                    <a:gd name="connsiteX49" fmla="*/ 4012442 w 6919415"/>
                    <a:gd name="connsiteY49" fmla="*/ 545910 h 5609518"/>
                    <a:gd name="connsiteX50" fmla="*/ 4067033 w 6919415"/>
                    <a:gd name="connsiteY50" fmla="*/ 573206 h 5609518"/>
                    <a:gd name="connsiteX51" fmla="*/ 4148920 w 6919415"/>
                    <a:gd name="connsiteY51" fmla="*/ 627797 h 5609518"/>
                    <a:gd name="connsiteX52" fmla="*/ 4244454 w 6919415"/>
                    <a:gd name="connsiteY52" fmla="*/ 682388 h 5609518"/>
                    <a:gd name="connsiteX53" fmla="*/ 4299045 w 6919415"/>
                    <a:gd name="connsiteY53" fmla="*/ 709683 h 5609518"/>
                    <a:gd name="connsiteX54" fmla="*/ 4380932 w 6919415"/>
                    <a:gd name="connsiteY54" fmla="*/ 764274 h 5609518"/>
                    <a:gd name="connsiteX55" fmla="*/ 4476466 w 6919415"/>
                    <a:gd name="connsiteY55" fmla="*/ 818865 h 5609518"/>
                    <a:gd name="connsiteX56" fmla="*/ 4558352 w 6919415"/>
                    <a:gd name="connsiteY56" fmla="*/ 887104 h 5609518"/>
                    <a:gd name="connsiteX57" fmla="*/ 4585648 w 6919415"/>
                    <a:gd name="connsiteY57" fmla="*/ 928047 h 5609518"/>
                    <a:gd name="connsiteX58" fmla="*/ 4667535 w 6919415"/>
                    <a:gd name="connsiteY58" fmla="*/ 996286 h 5609518"/>
                    <a:gd name="connsiteX59" fmla="*/ 4694830 w 6919415"/>
                    <a:gd name="connsiteY59" fmla="*/ 1037230 h 5609518"/>
                    <a:gd name="connsiteX60" fmla="*/ 4735773 w 6919415"/>
                    <a:gd name="connsiteY60" fmla="*/ 1078173 h 5609518"/>
                    <a:gd name="connsiteX61" fmla="*/ 4763069 w 6919415"/>
                    <a:gd name="connsiteY61" fmla="*/ 1119116 h 5609518"/>
                    <a:gd name="connsiteX62" fmla="*/ 4804012 w 6919415"/>
                    <a:gd name="connsiteY62" fmla="*/ 1173707 h 5609518"/>
                    <a:gd name="connsiteX63" fmla="*/ 4844955 w 6919415"/>
                    <a:gd name="connsiteY63" fmla="*/ 1214650 h 5609518"/>
                    <a:gd name="connsiteX64" fmla="*/ 4872251 w 6919415"/>
                    <a:gd name="connsiteY64" fmla="*/ 1255594 h 5609518"/>
                    <a:gd name="connsiteX65" fmla="*/ 4940490 w 6919415"/>
                    <a:gd name="connsiteY65" fmla="*/ 1337480 h 5609518"/>
                    <a:gd name="connsiteX66" fmla="*/ 4981433 w 6919415"/>
                    <a:gd name="connsiteY66" fmla="*/ 1419367 h 5609518"/>
                    <a:gd name="connsiteX67" fmla="*/ 5022376 w 6919415"/>
                    <a:gd name="connsiteY67" fmla="*/ 1446662 h 5609518"/>
                    <a:gd name="connsiteX68" fmla="*/ 5076967 w 6919415"/>
                    <a:gd name="connsiteY68" fmla="*/ 1514901 h 5609518"/>
                    <a:gd name="connsiteX69" fmla="*/ 5186150 w 6919415"/>
                    <a:gd name="connsiteY69" fmla="*/ 1665027 h 5609518"/>
                    <a:gd name="connsiteX70" fmla="*/ 5199797 w 6919415"/>
                    <a:gd name="connsiteY70" fmla="*/ 1705970 h 5609518"/>
                    <a:gd name="connsiteX71" fmla="*/ 5213445 w 6919415"/>
                    <a:gd name="connsiteY71" fmla="*/ 1774209 h 5609518"/>
                    <a:gd name="connsiteX72" fmla="*/ 5254388 w 6919415"/>
                    <a:gd name="connsiteY72" fmla="*/ 1842447 h 5609518"/>
                    <a:gd name="connsiteX73" fmla="*/ 5268036 w 6919415"/>
                    <a:gd name="connsiteY73" fmla="*/ 1965277 h 5609518"/>
                    <a:gd name="connsiteX74" fmla="*/ 5295332 w 6919415"/>
                    <a:gd name="connsiteY74" fmla="*/ 2006221 h 5609518"/>
                    <a:gd name="connsiteX75" fmla="*/ 5308979 w 6919415"/>
                    <a:gd name="connsiteY75" fmla="*/ 2074459 h 5609518"/>
                    <a:gd name="connsiteX76" fmla="*/ 5336275 w 6919415"/>
                    <a:gd name="connsiteY76" fmla="*/ 2320119 h 5609518"/>
                    <a:gd name="connsiteX77" fmla="*/ 5390866 w 6919415"/>
                    <a:gd name="connsiteY77" fmla="*/ 2579427 h 5609518"/>
                    <a:gd name="connsiteX78" fmla="*/ 5404514 w 6919415"/>
                    <a:gd name="connsiteY78" fmla="*/ 2715904 h 5609518"/>
                    <a:gd name="connsiteX79" fmla="*/ 5418161 w 6919415"/>
                    <a:gd name="connsiteY79" fmla="*/ 2756847 h 5609518"/>
                    <a:gd name="connsiteX80" fmla="*/ 5431809 w 6919415"/>
                    <a:gd name="connsiteY80" fmla="*/ 2825086 h 5609518"/>
                    <a:gd name="connsiteX81" fmla="*/ 5445457 w 6919415"/>
                    <a:gd name="connsiteY81" fmla="*/ 2866030 h 5609518"/>
                    <a:gd name="connsiteX82" fmla="*/ 5486400 w 6919415"/>
                    <a:gd name="connsiteY82" fmla="*/ 3070746 h 5609518"/>
                    <a:gd name="connsiteX83" fmla="*/ 5500048 w 6919415"/>
                    <a:gd name="connsiteY83" fmla="*/ 3125337 h 5609518"/>
                    <a:gd name="connsiteX84" fmla="*/ 5513696 w 6919415"/>
                    <a:gd name="connsiteY84" fmla="*/ 3193576 h 5609518"/>
                    <a:gd name="connsiteX85" fmla="*/ 5540991 w 6919415"/>
                    <a:gd name="connsiteY85" fmla="*/ 3275462 h 5609518"/>
                    <a:gd name="connsiteX86" fmla="*/ 5581935 w 6919415"/>
                    <a:gd name="connsiteY86" fmla="*/ 3452883 h 5609518"/>
                    <a:gd name="connsiteX87" fmla="*/ 5595582 w 6919415"/>
                    <a:gd name="connsiteY87" fmla="*/ 3575713 h 5609518"/>
                    <a:gd name="connsiteX88" fmla="*/ 5609230 w 6919415"/>
                    <a:gd name="connsiteY88" fmla="*/ 3643952 h 5609518"/>
                    <a:gd name="connsiteX89" fmla="*/ 5622878 w 6919415"/>
                    <a:gd name="connsiteY89" fmla="*/ 3780430 h 5609518"/>
                    <a:gd name="connsiteX90" fmla="*/ 5663821 w 6919415"/>
                    <a:gd name="connsiteY90" fmla="*/ 3848668 h 5609518"/>
                    <a:gd name="connsiteX91" fmla="*/ 5677469 w 6919415"/>
                    <a:gd name="connsiteY91" fmla="*/ 4039737 h 5609518"/>
                    <a:gd name="connsiteX92" fmla="*/ 5704764 w 6919415"/>
                    <a:gd name="connsiteY92" fmla="*/ 4121624 h 5609518"/>
                    <a:gd name="connsiteX93" fmla="*/ 5745708 w 6919415"/>
                    <a:gd name="connsiteY93" fmla="*/ 4244453 h 5609518"/>
                    <a:gd name="connsiteX94" fmla="*/ 5759355 w 6919415"/>
                    <a:gd name="connsiteY94" fmla="*/ 4285397 h 5609518"/>
                    <a:gd name="connsiteX95" fmla="*/ 5773003 w 6919415"/>
                    <a:gd name="connsiteY95" fmla="*/ 4326340 h 5609518"/>
                    <a:gd name="connsiteX96" fmla="*/ 5813947 w 6919415"/>
                    <a:gd name="connsiteY96" fmla="*/ 4462818 h 5609518"/>
                    <a:gd name="connsiteX97" fmla="*/ 5841242 w 6919415"/>
                    <a:gd name="connsiteY97" fmla="*/ 4544704 h 5609518"/>
                    <a:gd name="connsiteX98" fmla="*/ 5882185 w 6919415"/>
                    <a:gd name="connsiteY98" fmla="*/ 4599295 h 5609518"/>
                    <a:gd name="connsiteX99" fmla="*/ 5909481 w 6919415"/>
                    <a:gd name="connsiteY99" fmla="*/ 4640239 h 5609518"/>
                    <a:gd name="connsiteX100" fmla="*/ 5991367 w 6919415"/>
                    <a:gd name="connsiteY100" fmla="*/ 4749421 h 5609518"/>
                    <a:gd name="connsiteX101" fmla="*/ 6018663 w 6919415"/>
                    <a:gd name="connsiteY101" fmla="*/ 4790364 h 5609518"/>
                    <a:gd name="connsiteX102" fmla="*/ 6059606 w 6919415"/>
                    <a:gd name="connsiteY102" fmla="*/ 4844955 h 5609518"/>
                    <a:gd name="connsiteX103" fmla="*/ 6141493 w 6919415"/>
                    <a:gd name="connsiteY103" fmla="*/ 4981433 h 5609518"/>
                    <a:gd name="connsiteX104" fmla="*/ 6168788 w 6919415"/>
                    <a:gd name="connsiteY104" fmla="*/ 5022376 h 5609518"/>
                    <a:gd name="connsiteX105" fmla="*/ 6182436 w 6919415"/>
                    <a:gd name="connsiteY105" fmla="*/ 5063319 h 5609518"/>
                    <a:gd name="connsiteX106" fmla="*/ 6223379 w 6919415"/>
                    <a:gd name="connsiteY106" fmla="*/ 5104262 h 5609518"/>
                    <a:gd name="connsiteX107" fmla="*/ 6264323 w 6919415"/>
                    <a:gd name="connsiteY107" fmla="*/ 5158853 h 5609518"/>
                    <a:gd name="connsiteX108" fmla="*/ 6291618 w 6919415"/>
                    <a:gd name="connsiteY108" fmla="*/ 5199797 h 5609518"/>
                    <a:gd name="connsiteX109" fmla="*/ 6400800 w 6919415"/>
                    <a:gd name="connsiteY109" fmla="*/ 5295331 h 5609518"/>
                    <a:gd name="connsiteX110" fmla="*/ 6523630 w 6919415"/>
                    <a:gd name="connsiteY110" fmla="*/ 5377218 h 5609518"/>
                    <a:gd name="connsiteX111" fmla="*/ 6646460 w 6919415"/>
                    <a:gd name="connsiteY111" fmla="*/ 5472752 h 5609518"/>
                    <a:gd name="connsiteX112" fmla="*/ 6769290 w 6919415"/>
                    <a:gd name="connsiteY112" fmla="*/ 5568286 h 5609518"/>
                    <a:gd name="connsiteX113" fmla="*/ 6810233 w 6919415"/>
                    <a:gd name="connsiteY113" fmla="*/ 5581934 h 5609518"/>
                    <a:gd name="connsiteX114" fmla="*/ 6919415 w 6919415"/>
                    <a:gd name="connsiteY114" fmla="*/ 5609230 h 5609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</a:cxnLst>
                  <a:rect l="l" t="t" r="r" b="b"/>
                  <a:pathLst>
                    <a:path w="6919415" h="5609518">
                      <a:moveTo>
                        <a:pt x="0" y="1815152"/>
                      </a:moveTo>
                      <a:cubicBezTo>
                        <a:pt x="4549" y="1674125"/>
                        <a:pt x="2245" y="1532710"/>
                        <a:pt x="13648" y="1392071"/>
                      </a:cubicBezTo>
                      <a:cubicBezTo>
                        <a:pt x="15973" y="1363393"/>
                        <a:pt x="31846" y="1337480"/>
                        <a:pt x="40944" y="1310185"/>
                      </a:cubicBezTo>
                      <a:lnTo>
                        <a:pt x="68239" y="1228298"/>
                      </a:lnTo>
                      <a:cubicBezTo>
                        <a:pt x="72788" y="1214650"/>
                        <a:pt x="73907" y="1199325"/>
                        <a:pt x="81887" y="1187355"/>
                      </a:cubicBezTo>
                      <a:cubicBezTo>
                        <a:pt x="100084" y="1160059"/>
                        <a:pt x="126104" y="1136590"/>
                        <a:pt x="136478" y="1105468"/>
                      </a:cubicBezTo>
                      <a:cubicBezTo>
                        <a:pt x="141027" y="1091820"/>
                        <a:pt x="144459" y="1077748"/>
                        <a:pt x="150126" y="1064525"/>
                      </a:cubicBezTo>
                      <a:cubicBezTo>
                        <a:pt x="170906" y="1016038"/>
                        <a:pt x="177302" y="1010112"/>
                        <a:pt x="204717" y="968991"/>
                      </a:cubicBezTo>
                      <a:cubicBezTo>
                        <a:pt x="221509" y="918610"/>
                        <a:pt x="220629" y="911381"/>
                        <a:pt x="259308" y="859809"/>
                      </a:cubicBezTo>
                      <a:cubicBezTo>
                        <a:pt x="270889" y="844368"/>
                        <a:pt x="289033" y="834571"/>
                        <a:pt x="300251" y="818865"/>
                      </a:cubicBezTo>
                      <a:cubicBezTo>
                        <a:pt x="312076" y="802310"/>
                        <a:pt x="315722" y="780829"/>
                        <a:pt x="327547" y="764274"/>
                      </a:cubicBezTo>
                      <a:cubicBezTo>
                        <a:pt x="338765" y="748568"/>
                        <a:pt x="356134" y="738158"/>
                        <a:pt x="368490" y="723331"/>
                      </a:cubicBezTo>
                      <a:cubicBezTo>
                        <a:pt x="407242" y="676828"/>
                        <a:pt x="387552" y="676974"/>
                        <a:pt x="436729" y="627797"/>
                      </a:cubicBezTo>
                      <a:cubicBezTo>
                        <a:pt x="448327" y="616199"/>
                        <a:pt x="465071" y="611002"/>
                        <a:pt x="477672" y="600501"/>
                      </a:cubicBezTo>
                      <a:cubicBezTo>
                        <a:pt x="582755" y="512931"/>
                        <a:pt x="457904" y="600033"/>
                        <a:pt x="559558" y="532262"/>
                      </a:cubicBezTo>
                      <a:cubicBezTo>
                        <a:pt x="609309" y="457638"/>
                        <a:pt x="558329" y="519434"/>
                        <a:pt x="641445" y="464024"/>
                      </a:cubicBezTo>
                      <a:cubicBezTo>
                        <a:pt x="679297" y="438789"/>
                        <a:pt x="714233" y="409433"/>
                        <a:pt x="750627" y="382137"/>
                      </a:cubicBezTo>
                      <a:cubicBezTo>
                        <a:pt x="762136" y="373505"/>
                        <a:pt x="778703" y="374923"/>
                        <a:pt x="791570" y="368489"/>
                      </a:cubicBezTo>
                      <a:cubicBezTo>
                        <a:pt x="833840" y="347354"/>
                        <a:pt x="843799" y="324996"/>
                        <a:pt x="887105" y="300250"/>
                      </a:cubicBezTo>
                      <a:cubicBezTo>
                        <a:pt x="899595" y="293113"/>
                        <a:pt x="914825" y="292270"/>
                        <a:pt x="928048" y="286603"/>
                      </a:cubicBezTo>
                      <a:cubicBezTo>
                        <a:pt x="1046112" y="236004"/>
                        <a:pt x="927554" y="277669"/>
                        <a:pt x="1023582" y="245659"/>
                      </a:cubicBezTo>
                      <a:cubicBezTo>
                        <a:pt x="1037230" y="232011"/>
                        <a:pt x="1047263" y="213348"/>
                        <a:pt x="1064526" y="204716"/>
                      </a:cubicBezTo>
                      <a:cubicBezTo>
                        <a:pt x="1085274" y="194342"/>
                        <a:pt x="1110385" y="197171"/>
                        <a:pt x="1132764" y="191068"/>
                      </a:cubicBezTo>
                      <a:cubicBezTo>
                        <a:pt x="1160522" y="183498"/>
                        <a:pt x="1187355" y="172871"/>
                        <a:pt x="1214651" y="163773"/>
                      </a:cubicBezTo>
                      <a:lnTo>
                        <a:pt x="1296538" y="136477"/>
                      </a:lnTo>
                      <a:cubicBezTo>
                        <a:pt x="1314735" y="131928"/>
                        <a:pt x="1333201" y="128346"/>
                        <a:pt x="1351129" y="122830"/>
                      </a:cubicBezTo>
                      <a:cubicBezTo>
                        <a:pt x="1363954" y="118884"/>
                        <a:pt x="1487632" y="73695"/>
                        <a:pt x="1528550" y="68239"/>
                      </a:cubicBezTo>
                      <a:cubicBezTo>
                        <a:pt x="1578357" y="61598"/>
                        <a:pt x="1628633" y="59140"/>
                        <a:pt x="1678675" y="54591"/>
                      </a:cubicBezTo>
                      <a:cubicBezTo>
                        <a:pt x="1719618" y="45492"/>
                        <a:pt x="1759947" y="32962"/>
                        <a:pt x="1801505" y="27295"/>
                      </a:cubicBezTo>
                      <a:cubicBezTo>
                        <a:pt x="1860276" y="19281"/>
                        <a:pt x="1919905" y="19549"/>
                        <a:pt x="1978926" y="13647"/>
                      </a:cubicBezTo>
                      <a:cubicBezTo>
                        <a:pt x="2010934" y="10446"/>
                        <a:pt x="2042615" y="4549"/>
                        <a:pt x="2074460" y="0"/>
                      </a:cubicBezTo>
                      <a:cubicBezTo>
                        <a:pt x="2288275" y="4549"/>
                        <a:pt x="2502383" y="1561"/>
                        <a:pt x="2715905" y="13647"/>
                      </a:cubicBezTo>
                      <a:cubicBezTo>
                        <a:pt x="2744631" y="15273"/>
                        <a:pt x="2769878" y="33965"/>
                        <a:pt x="2797791" y="40943"/>
                      </a:cubicBezTo>
                      <a:cubicBezTo>
                        <a:pt x="2834185" y="50042"/>
                        <a:pt x="2870781" y="58368"/>
                        <a:pt x="2906973" y="68239"/>
                      </a:cubicBezTo>
                      <a:cubicBezTo>
                        <a:pt x="2920852" y="72024"/>
                        <a:pt x="2934084" y="77934"/>
                        <a:pt x="2947917" y="81886"/>
                      </a:cubicBezTo>
                      <a:cubicBezTo>
                        <a:pt x="2965952" y="87039"/>
                        <a:pt x="2984580" y="90018"/>
                        <a:pt x="3002508" y="95534"/>
                      </a:cubicBezTo>
                      <a:cubicBezTo>
                        <a:pt x="3043758" y="108226"/>
                        <a:pt x="3084395" y="122829"/>
                        <a:pt x="3125338" y="136477"/>
                      </a:cubicBezTo>
                      <a:cubicBezTo>
                        <a:pt x="3138986" y="141026"/>
                        <a:pt x="3153414" y="143691"/>
                        <a:pt x="3166281" y="150125"/>
                      </a:cubicBezTo>
                      <a:cubicBezTo>
                        <a:pt x="3195878" y="164924"/>
                        <a:pt x="3228343" y="184374"/>
                        <a:pt x="3261815" y="191068"/>
                      </a:cubicBezTo>
                      <a:cubicBezTo>
                        <a:pt x="3293359" y="197377"/>
                        <a:pt x="3325505" y="200167"/>
                        <a:pt x="3357350" y="204716"/>
                      </a:cubicBezTo>
                      <a:cubicBezTo>
                        <a:pt x="3380096" y="213815"/>
                        <a:pt x="3404081" y="220281"/>
                        <a:pt x="3425588" y="232012"/>
                      </a:cubicBezTo>
                      <a:cubicBezTo>
                        <a:pt x="3454388" y="247721"/>
                        <a:pt x="3476353" y="276229"/>
                        <a:pt x="3507475" y="286603"/>
                      </a:cubicBezTo>
                      <a:cubicBezTo>
                        <a:pt x="3534770" y="295701"/>
                        <a:pt x="3562647" y="303212"/>
                        <a:pt x="3589361" y="313898"/>
                      </a:cubicBezTo>
                      <a:cubicBezTo>
                        <a:pt x="3757975" y="381344"/>
                        <a:pt x="3553122" y="310920"/>
                        <a:pt x="3684896" y="354841"/>
                      </a:cubicBezTo>
                      <a:cubicBezTo>
                        <a:pt x="3698544" y="363940"/>
                        <a:pt x="3711168" y="374801"/>
                        <a:pt x="3725839" y="382137"/>
                      </a:cubicBezTo>
                      <a:cubicBezTo>
                        <a:pt x="3738706" y="388571"/>
                        <a:pt x="3754292" y="388648"/>
                        <a:pt x="3766782" y="395785"/>
                      </a:cubicBezTo>
                      <a:cubicBezTo>
                        <a:pt x="3786531" y="407070"/>
                        <a:pt x="3801624" y="425443"/>
                        <a:pt x="3821373" y="436728"/>
                      </a:cubicBezTo>
                      <a:cubicBezTo>
                        <a:pt x="3833864" y="443866"/>
                        <a:pt x="3849687" y="443487"/>
                        <a:pt x="3862317" y="450376"/>
                      </a:cubicBezTo>
                      <a:cubicBezTo>
                        <a:pt x="3899994" y="470927"/>
                        <a:pt x="3935789" y="494809"/>
                        <a:pt x="3971499" y="518615"/>
                      </a:cubicBezTo>
                      <a:cubicBezTo>
                        <a:pt x="3985147" y="527713"/>
                        <a:pt x="3998201" y="537772"/>
                        <a:pt x="4012442" y="545910"/>
                      </a:cubicBezTo>
                      <a:cubicBezTo>
                        <a:pt x="4030106" y="556004"/>
                        <a:pt x="4049587" y="562739"/>
                        <a:pt x="4067033" y="573206"/>
                      </a:cubicBezTo>
                      <a:cubicBezTo>
                        <a:pt x="4095163" y="590084"/>
                        <a:pt x="4119578" y="613126"/>
                        <a:pt x="4148920" y="627797"/>
                      </a:cubicBezTo>
                      <a:cubicBezTo>
                        <a:pt x="4313889" y="710280"/>
                        <a:pt x="4109422" y="605227"/>
                        <a:pt x="4244454" y="682388"/>
                      </a:cubicBezTo>
                      <a:cubicBezTo>
                        <a:pt x="4262118" y="692482"/>
                        <a:pt x="4281599" y="699216"/>
                        <a:pt x="4299045" y="709683"/>
                      </a:cubicBezTo>
                      <a:cubicBezTo>
                        <a:pt x="4327175" y="726561"/>
                        <a:pt x="4351590" y="749603"/>
                        <a:pt x="4380932" y="764274"/>
                      </a:cubicBezTo>
                      <a:cubicBezTo>
                        <a:pt x="4450194" y="798905"/>
                        <a:pt x="4418595" y="780285"/>
                        <a:pt x="4476466" y="818865"/>
                      </a:cubicBezTo>
                      <a:cubicBezTo>
                        <a:pt x="4542963" y="918615"/>
                        <a:pt x="4454463" y="800531"/>
                        <a:pt x="4558352" y="887104"/>
                      </a:cubicBezTo>
                      <a:cubicBezTo>
                        <a:pt x="4570953" y="897605"/>
                        <a:pt x="4574050" y="916449"/>
                        <a:pt x="4585648" y="928047"/>
                      </a:cubicBezTo>
                      <a:cubicBezTo>
                        <a:pt x="4692990" y="1035389"/>
                        <a:pt x="4555757" y="862153"/>
                        <a:pt x="4667535" y="996286"/>
                      </a:cubicBezTo>
                      <a:cubicBezTo>
                        <a:pt x="4678036" y="1008887"/>
                        <a:pt x="4684329" y="1024629"/>
                        <a:pt x="4694830" y="1037230"/>
                      </a:cubicBezTo>
                      <a:cubicBezTo>
                        <a:pt x="4707186" y="1052057"/>
                        <a:pt x="4723417" y="1063346"/>
                        <a:pt x="4735773" y="1078173"/>
                      </a:cubicBezTo>
                      <a:cubicBezTo>
                        <a:pt x="4746274" y="1090774"/>
                        <a:pt x="4753535" y="1105769"/>
                        <a:pt x="4763069" y="1119116"/>
                      </a:cubicBezTo>
                      <a:cubicBezTo>
                        <a:pt x="4776290" y="1137625"/>
                        <a:pt x="4789209" y="1156437"/>
                        <a:pt x="4804012" y="1173707"/>
                      </a:cubicBezTo>
                      <a:cubicBezTo>
                        <a:pt x="4816573" y="1188361"/>
                        <a:pt x="4832599" y="1199823"/>
                        <a:pt x="4844955" y="1214650"/>
                      </a:cubicBezTo>
                      <a:cubicBezTo>
                        <a:pt x="4855456" y="1227251"/>
                        <a:pt x="4861750" y="1242993"/>
                        <a:pt x="4872251" y="1255594"/>
                      </a:cubicBezTo>
                      <a:cubicBezTo>
                        <a:pt x="4959825" y="1360683"/>
                        <a:pt x="4872715" y="1235821"/>
                        <a:pt x="4940490" y="1337480"/>
                      </a:cubicBezTo>
                      <a:cubicBezTo>
                        <a:pt x="4951590" y="1370780"/>
                        <a:pt x="4954977" y="1392911"/>
                        <a:pt x="4981433" y="1419367"/>
                      </a:cubicBezTo>
                      <a:cubicBezTo>
                        <a:pt x="4993031" y="1430965"/>
                        <a:pt x="5010778" y="1435064"/>
                        <a:pt x="5022376" y="1446662"/>
                      </a:cubicBezTo>
                      <a:cubicBezTo>
                        <a:pt x="5042974" y="1467260"/>
                        <a:pt x="5059489" y="1491597"/>
                        <a:pt x="5076967" y="1514901"/>
                      </a:cubicBezTo>
                      <a:cubicBezTo>
                        <a:pt x="5114093" y="1564402"/>
                        <a:pt x="5186150" y="1665027"/>
                        <a:pt x="5186150" y="1665027"/>
                      </a:cubicBezTo>
                      <a:cubicBezTo>
                        <a:pt x="5190699" y="1678675"/>
                        <a:pt x="5196308" y="1692014"/>
                        <a:pt x="5199797" y="1705970"/>
                      </a:cubicBezTo>
                      <a:cubicBezTo>
                        <a:pt x="5205423" y="1728474"/>
                        <a:pt x="5204830" y="1752671"/>
                        <a:pt x="5213445" y="1774209"/>
                      </a:cubicBezTo>
                      <a:cubicBezTo>
                        <a:pt x="5223297" y="1798838"/>
                        <a:pt x="5240740" y="1819701"/>
                        <a:pt x="5254388" y="1842447"/>
                      </a:cubicBezTo>
                      <a:cubicBezTo>
                        <a:pt x="5258937" y="1883390"/>
                        <a:pt x="5258045" y="1925312"/>
                        <a:pt x="5268036" y="1965277"/>
                      </a:cubicBezTo>
                      <a:cubicBezTo>
                        <a:pt x="5272014" y="1981190"/>
                        <a:pt x="5289573" y="1990863"/>
                        <a:pt x="5295332" y="2006221"/>
                      </a:cubicBezTo>
                      <a:cubicBezTo>
                        <a:pt x="5303477" y="2027941"/>
                        <a:pt x="5304430" y="2051713"/>
                        <a:pt x="5308979" y="2074459"/>
                      </a:cubicBezTo>
                      <a:cubicBezTo>
                        <a:pt x="5318519" y="2188932"/>
                        <a:pt x="5316857" y="2223032"/>
                        <a:pt x="5336275" y="2320119"/>
                      </a:cubicBezTo>
                      <a:cubicBezTo>
                        <a:pt x="5360880" y="2443141"/>
                        <a:pt x="5368214" y="2352909"/>
                        <a:pt x="5390866" y="2579427"/>
                      </a:cubicBezTo>
                      <a:cubicBezTo>
                        <a:pt x="5395415" y="2624919"/>
                        <a:pt x="5397562" y="2670716"/>
                        <a:pt x="5404514" y="2715904"/>
                      </a:cubicBezTo>
                      <a:cubicBezTo>
                        <a:pt x="5406701" y="2730123"/>
                        <a:pt x="5414672" y="2742891"/>
                        <a:pt x="5418161" y="2756847"/>
                      </a:cubicBezTo>
                      <a:cubicBezTo>
                        <a:pt x="5423787" y="2779351"/>
                        <a:pt x="5426183" y="2802582"/>
                        <a:pt x="5431809" y="2825086"/>
                      </a:cubicBezTo>
                      <a:cubicBezTo>
                        <a:pt x="5435298" y="2839043"/>
                        <a:pt x="5442336" y="2851986"/>
                        <a:pt x="5445457" y="2866030"/>
                      </a:cubicBezTo>
                      <a:cubicBezTo>
                        <a:pt x="5460553" y="2933963"/>
                        <a:pt x="5469522" y="3003234"/>
                        <a:pt x="5486400" y="3070746"/>
                      </a:cubicBezTo>
                      <a:cubicBezTo>
                        <a:pt x="5490949" y="3088943"/>
                        <a:pt x="5495979" y="3107027"/>
                        <a:pt x="5500048" y="3125337"/>
                      </a:cubicBezTo>
                      <a:cubicBezTo>
                        <a:pt x="5505080" y="3147981"/>
                        <a:pt x="5507593" y="3171197"/>
                        <a:pt x="5513696" y="3193576"/>
                      </a:cubicBezTo>
                      <a:cubicBezTo>
                        <a:pt x="5521266" y="3221334"/>
                        <a:pt x="5534013" y="3247549"/>
                        <a:pt x="5540991" y="3275462"/>
                      </a:cubicBezTo>
                      <a:cubicBezTo>
                        <a:pt x="5564812" y="3370743"/>
                        <a:pt x="5550570" y="3311743"/>
                        <a:pt x="5581935" y="3452883"/>
                      </a:cubicBezTo>
                      <a:cubicBezTo>
                        <a:pt x="5586484" y="3493826"/>
                        <a:pt x="5589756" y="3534932"/>
                        <a:pt x="5595582" y="3575713"/>
                      </a:cubicBezTo>
                      <a:cubicBezTo>
                        <a:pt x="5598862" y="3598677"/>
                        <a:pt x="5606164" y="3620959"/>
                        <a:pt x="5609230" y="3643952"/>
                      </a:cubicBezTo>
                      <a:cubicBezTo>
                        <a:pt x="5615273" y="3689271"/>
                        <a:pt x="5611098" y="3736254"/>
                        <a:pt x="5622878" y="3780430"/>
                      </a:cubicBezTo>
                      <a:cubicBezTo>
                        <a:pt x="5629713" y="3806061"/>
                        <a:pt x="5650173" y="3825922"/>
                        <a:pt x="5663821" y="3848668"/>
                      </a:cubicBezTo>
                      <a:cubicBezTo>
                        <a:pt x="5668370" y="3912358"/>
                        <a:pt x="5667997" y="3976591"/>
                        <a:pt x="5677469" y="4039737"/>
                      </a:cubicBezTo>
                      <a:cubicBezTo>
                        <a:pt x="5681737" y="4068191"/>
                        <a:pt x="5695666" y="4094328"/>
                        <a:pt x="5704764" y="4121624"/>
                      </a:cubicBezTo>
                      <a:lnTo>
                        <a:pt x="5745708" y="4244453"/>
                      </a:lnTo>
                      <a:lnTo>
                        <a:pt x="5759355" y="4285397"/>
                      </a:lnTo>
                      <a:cubicBezTo>
                        <a:pt x="5763904" y="4299045"/>
                        <a:pt x="5769514" y="4312384"/>
                        <a:pt x="5773003" y="4326340"/>
                      </a:cubicBezTo>
                      <a:cubicBezTo>
                        <a:pt x="5793631" y="4408849"/>
                        <a:pt x="5780717" y="4363128"/>
                        <a:pt x="5813947" y="4462818"/>
                      </a:cubicBezTo>
                      <a:cubicBezTo>
                        <a:pt x="5813948" y="4462822"/>
                        <a:pt x="5841240" y="4544701"/>
                        <a:pt x="5841242" y="4544704"/>
                      </a:cubicBezTo>
                      <a:cubicBezTo>
                        <a:pt x="5854890" y="4562901"/>
                        <a:pt x="5868964" y="4580786"/>
                        <a:pt x="5882185" y="4599295"/>
                      </a:cubicBezTo>
                      <a:cubicBezTo>
                        <a:pt x="5891719" y="4612643"/>
                        <a:pt x="5899833" y="4626973"/>
                        <a:pt x="5909481" y="4640239"/>
                      </a:cubicBezTo>
                      <a:cubicBezTo>
                        <a:pt x="5936238" y="4677030"/>
                        <a:pt x="5966132" y="4711569"/>
                        <a:pt x="5991367" y="4749421"/>
                      </a:cubicBezTo>
                      <a:cubicBezTo>
                        <a:pt x="6000466" y="4763069"/>
                        <a:pt x="6009129" y="4777017"/>
                        <a:pt x="6018663" y="4790364"/>
                      </a:cubicBezTo>
                      <a:cubicBezTo>
                        <a:pt x="6031884" y="4808873"/>
                        <a:pt x="6046562" y="4826321"/>
                        <a:pt x="6059606" y="4844955"/>
                      </a:cubicBezTo>
                      <a:cubicBezTo>
                        <a:pt x="6163471" y="4993333"/>
                        <a:pt x="6075966" y="4866760"/>
                        <a:pt x="6141493" y="4981433"/>
                      </a:cubicBezTo>
                      <a:cubicBezTo>
                        <a:pt x="6149631" y="4995674"/>
                        <a:pt x="6161453" y="5007705"/>
                        <a:pt x="6168788" y="5022376"/>
                      </a:cubicBezTo>
                      <a:cubicBezTo>
                        <a:pt x="6175222" y="5035243"/>
                        <a:pt x="6174456" y="5051349"/>
                        <a:pt x="6182436" y="5063319"/>
                      </a:cubicBezTo>
                      <a:cubicBezTo>
                        <a:pt x="6193142" y="5079378"/>
                        <a:pt x="6210818" y="5089608"/>
                        <a:pt x="6223379" y="5104262"/>
                      </a:cubicBezTo>
                      <a:cubicBezTo>
                        <a:pt x="6238182" y="5121532"/>
                        <a:pt x="6251102" y="5140343"/>
                        <a:pt x="6264323" y="5158853"/>
                      </a:cubicBezTo>
                      <a:cubicBezTo>
                        <a:pt x="6273857" y="5172200"/>
                        <a:pt x="6281117" y="5187196"/>
                        <a:pt x="6291618" y="5199797"/>
                      </a:cubicBezTo>
                      <a:cubicBezTo>
                        <a:pt x="6318076" y="5231548"/>
                        <a:pt x="6370437" y="5273643"/>
                        <a:pt x="6400800" y="5295331"/>
                      </a:cubicBezTo>
                      <a:cubicBezTo>
                        <a:pt x="6440842" y="5323932"/>
                        <a:pt x="6484788" y="5347007"/>
                        <a:pt x="6523630" y="5377218"/>
                      </a:cubicBezTo>
                      <a:cubicBezTo>
                        <a:pt x="6564573" y="5409063"/>
                        <a:pt x="6609783" y="5436075"/>
                        <a:pt x="6646460" y="5472752"/>
                      </a:cubicBezTo>
                      <a:cubicBezTo>
                        <a:pt x="6681788" y="5508080"/>
                        <a:pt x="6720316" y="5551961"/>
                        <a:pt x="6769290" y="5568286"/>
                      </a:cubicBezTo>
                      <a:cubicBezTo>
                        <a:pt x="6782938" y="5572835"/>
                        <a:pt x="6796763" y="5576883"/>
                        <a:pt x="6810233" y="5581934"/>
                      </a:cubicBezTo>
                      <a:cubicBezTo>
                        <a:pt x="6896537" y="5614299"/>
                        <a:pt x="6850969" y="5609230"/>
                        <a:pt x="6919415" y="5609230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F25575B-93E6-4089-9E18-9E16EB3B3451}"/>
                    </a:ext>
                  </a:extLst>
                </p:cNvPr>
                <p:cNvSpPr/>
                <p:nvPr/>
              </p:nvSpPr>
              <p:spPr>
                <a:xfrm>
                  <a:off x="5991367" y="54591"/>
                  <a:ext cx="5158854" cy="7151427"/>
                </a:xfrm>
                <a:custGeom>
                  <a:avLst/>
                  <a:gdLst>
                    <a:gd name="connsiteX0" fmla="*/ 0 w 5158854"/>
                    <a:gd name="connsiteY0" fmla="*/ 846161 h 7151427"/>
                    <a:gd name="connsiteX1" fmla="*/ 40943 w 5158854"/>
                    <a:gd name="connsiteY1" fmla="*/ 696036 h 7151427"/>
                    <a:gd name="connsiteX2" fmla="*/ 68239 w 5158854"/>
                    <a:gd name="connsiteY2" fmla="*/ 655093 h 7151427"/>
                    <a:gd name="connsiteX3" fmla="*/ 109182 w 5158854"/>
                    <a:gd name="connsiteY3" fmla="*/ 504967 h 7151427"/>
                    <a:gd name="connsiteX4" fmla="*/ 136478 w 5158854"/>
                    <a:gd name="connsiteY4" fmla="*/ 464024 h 7151427"/>
                    <a:gd name="connsiteX5" fmla="*/ 150126 w 5158854"/>
                    <a:gd name="connsiteY5" fmla="*/ 423081 h 7151427"/>
                    <a:gd name="connsiteX6" fmla="*/ 204717 w 5158854"/>
                    <a:gd name="connsiteY6" fmla="*/ 327546 h 7151427"/>
                    <a:gd name="connsiteX7" fmla="*/ 245660 w 5158854"/>
                    <a:gd name="connsiteY7" fmla="*/ 286603 h 7151427"/>
                    <a:gd name="connsiteX8" fmla="*/ 272955 w 5158854"/>
                    <a:gd name="connsiteY8" fmla="*/ 245660 h 7151427"/>
                    <a:gd name="connsiteX9" fmla="*/ 395785 w 5158854"/>
                    <a:gd name="connsiteY9" fmla="*/ 136478 h 7151427"/>
                    <a:gd name="connsiteX10" fmla="*/ 436729 w 5158854"/>
                    <a:gd name="connsiteY10" fmla="*/ 122830 h 7151427"/>
                    <a:gd name="connsiteX11" fmla="*/ 545911 w 5158854"/>
                    <a:gd name="connsiteY11" fmla="*/ 81887 h 7151427"/>
                    <a:gd name="connsiteX12" fmla="*/ 627797 w 5158854"/>
                    <a:gd name="connsiteY12" fmla="*/ 54591 h 7151427"/>
                    <a:gd name="connsiteX13" fmla="*/ 668740 w 5158854"/>
                    <a:gd name="connsiteY13" fmla="*/ 27296 h 7151427"/>
                    <a:gd name="connsiteX14" fmla="*/ 1009934 w 5158854"/>
                    <a:gd name="connsiteY14" fmla="*/ 0 h 7151427"/>
                    <a:gd name="connsiteX15" fmla="*/ 1569493 w 5158854"/>
                    <a:gd name="connsiteY15" fmla="*/ 27296 h 7151427"/>
                    <a:gd name="connsiteX16" fmla="*/ 1610436 w 5158854"/>
                    <a:gd name="connsiteY16" fmla="*/ 40943 h 7151427"/>
                    <a:gd name="connsiteX17" fmla="*/ 1678675 w 5158854"/>
                    <a:gd name="connsiteY17" fmla="*/ 54591 h 7151427"/>
                    <a:gd name="connsiteX18" fmla="*/ 1760561 w 5158854"/>
                    <a:gd name="connsiteY18" fmla="*/ 136478 h 7151427"/>
                    <a:gd name="connsiteX19" fmla="*/ 1897039 w 5158854"/>
                    <a:gd name="connsiteY19" fmla="*/ 232012 h 7151427"/>
                    <a:gd name="connsiteX20" fmla="*/ 1951630 w 5158854"/>
                    <a:gd name="connsiteY20" fmla="*/ 272955 h 7151427"/>
                    <a:gd name="connsiteX21" fmla="*/ 1992573 w 5158854"/>
                    <a:gd name="connsiteY21" fmla="*/ 313899 h 7151427"/>
                    <a:gd name="connsiteX22" fmla="*/ 2047164 w 5158854"/>
                    <a:gd name="connsiteY22" fmla="*/ 341194 h 7151427"/>
                    <a:gd name="connsiteX23" fmla="*/ 2101755 w 5158854"/>
                    <a:gd name="connsiteY23" fmla="*/ 409433 h 7151427"/>
                    <a:gd name="connsiteX24" fmla="*/ 2115403 w 5158854"/>
                    <a:gd name="connsiteY24" fmla="*/ 450376 h 7151427"/>
                    <a:gd name="connsiteX25" fmla="*/ 2183642 w 5158854"/>
                    <a:gd name="connsiteY25" fmla="*/ 532263 h 7151427"/>
                    <a:gd name="connsiteX26" fmla="*/ 2238233 w 5158854"/>
                    <a:gd name="connsiteY26" fmla="*/ 627797 h 7151427"/>
                    <a:gd name="connsiteX27" fmla="*/ 2361063 w 5158854"/>
                    <a:gd name="connsiteY27" fmla="*/ 764275 h 7151427"/>
                    <a:gd name="connsiteX28" fmla="*/ 2415654 w 5158854"/>
                    <a:gd name="connsiteY28" fmla="*/ 846161 h 7151427"/>
                    <a:gd name="connsiteX29" fmla="*/ 2442949 w 5158854"/>
                    <a:gd name="connsiteY29" fmla="*/ 900752 h 7151427"/>
                    <a:gd name="connsiteX30" fmla="*/ 2483893 w 5158854"/>
                    <a:gd name="connsiteY30" fmla="*/ 928048 h 7151427"/>
                    <a:gd name="connsiteX31" fmla="*/ 2565779 w 5158854"/>
                    <a:gd name="connsiteY31" fmla="*/ 1037230 h 7151427"/>
                    <a:gd name="connsiteX32" fmla="*/ 2579427 w 5158854"/>
                    <a:gd name="connsiteY32" fmla="*/ 1078173 h 7151427"/>
                    <a:gd name="connsiteX33" fmla="*/ 2606723 w 5158854"/>
                    <a:gd name="connsiteY33" fmla="*/ 1119116 h 7151427"/>
                    <a:gd name="connsiteX34" fmla="*/ 2647666 w 5158854"/>
                    <a:gd name="connsiteY34" fmla="*/ 1201003 h 7151427"/>
                    <a:gd name="connsiteX35" fmla="*/ 2674961 w 5158854"/>
                    <a:gd name="connsiteY35" fmla="*/ 1282890 h 7151427"/>
                    <a:gd name="connsiteX36" fmla="*/ 2729552 w 5158854"/>
                    <a:gd name="connsiteY36" fmla="*/ 1364776 h 7151427"/>
                    <a:gd name="connsiteX37" fmla="*/ 2756848 w 5158854"/>
                    <a:gd name="connsiteY37" fmla="*/ 1419367 h 7151427"/>
                    <a:gd name="connsiteX38" fmla="*/ 2811439 w 5158854"/>
                    <a:gd name="connsiteY38" fmla="*/ 1542197 h 7151427"/>
                    <a:gd name="connsiteX39" fmla="*/ 2838734 w 5158854"/>
                    <a:gd name="connsiteY39" fmla="*/ 1583140 h 7151427"/>
                    <a:gd name="connsiteX40" fmla="*/ 2879678 w 5158854"/>
                    <a:gd name="connsiteY40" fmla="*/ 1678675 h 7151427"/>
                    <a:gd name="connsiteX41" fmla="*/ 2934269 w 5158854"/>
                    <a:gd name="connsiteY41" fmla="*/ 1787857 h 7151427"/>
                    <a:gd name="connsiteX42" fmla="*/ 2988860 w 5158854"/>
                    <a:gd name="connsiteY42" fmla="*/ 1910687 h 7151427"/>
                    <a:gd name="connsiteX43" fmla="*/ 3029803 w 5158854"/>
                    <a:gd name="connsiteY43" fmla="*/ 2047164 h 7151427"/>
                    <a:gd name="connsiteX44" fmla="*/ 3043451 w 5158854"/>
                    <a:gd name="connsiteY44" fmla="*/ 2088108 h 7151427"/>
                    <a:gd name="connsiteX45" fmla="*/ 3084394 w 5158854"/>
                    <a:gd name="connsiteY45" fmla="*/ 2183642 h 7151427"/>
                    <a:gd name="connsiteX46" fmla="*/ 3111690 w 5158854"/>
                    <a:gd name="connsiteY46" fmla="*/ 2415654 h 7151427"/>
                    <a:gd name="connsiteX47" fmla="*/ 3152633 w 5158854"/>
                    <a:gd name="connsiteY47" fmla="*/ 2511188 h 7151427"/>
                    <a:gd name="connsiteX48" fmla="*/ 3193576 w 5158854"/>
                    <a:gd name="connsiteY48" fmla="*/ 2688609 h 7151427"/>
                    <a:gd name="connsiteX49" fmla="*/ 3220872 w 5158854"/>
                    <a:gd name="connsiteY49" fmla="*/ 2743200 h 7151427"/>
                    <a:gd name="connsiteX50" fmla="*/ 3248167 w 5158854"/>
                    <a:gd name="connsiteY50" fmla="*/ 2866030 h 7151427"/>
                    <a:gd name="connsiteX51" fmla="*/ 3261815 w 5158854"/>
                    <a:gd name="connsiteY51" fmla="*/ 2920621 h 7151427"/>
                    <a:gd name="connsiteX52" fmla="*/ 3289111 w 5158854"/>
                    <a:gd name="connsiteY52" fmla="*/ 2975212 h 7151427"/>
                    <a:gd name="connsiteX53" fmla="*/ 3302758 w 5158854"/>
                    <a:gd name="connsiteY53" fmla="*/ 3043451 h 7151427"/>
                    <a:gd name="connsiteX54" fmla="*/ 3343702 w 5158854"/>
                    <a:gd name="connsiteY54" fmla="*/ 3152633 h 7151427"/>
                    <a:gd name="connsiteX55" fmla="*/ 3398293 w 5158854"/>
                    <a:gd name="connsiteY55" fmla="*/ 3316406 h 7151427"/>
                    <a:gd name="connsiteX56" fmla="*/ 3439236 w 5158854"/>
                    <a:gd name="connsiteY56" fmla="*/ 3425588 h 7151427"/>
                    <a:gd name="connsiteX57" fmla="*/ 3466532 w 5158854"/>
                    <a:gd name="connsiteY57" fmla="*/ 3521122 h 7151427"/>
                    <a:gd name="connsiteX58" fmla="*/ 3521123 w 5158854"/>
                    <a:gd name="connsiteY58" fmla="*/ 3630305 h 7151427"/>
                    <a:gd name="connsiteX59" fmla="*/ 3534770 w 5158854"/>
                    <a:gd name="connsiteY59" fmla="*/ 3684896 h 7151427"/>
                    <a:gd name="connsiteX60" fmla="*/ 3548418 w 5158854"/>
                    <a:gd name="connsiteY60" fmla="*/ 3725839 h 7151427"/>
                    <a:gd name="connsiteX61" fmla="*/ 3562066 w 5158854"/>
                    <a:gd name="connsiteY61" fmla="*/ 3780430 h 7151427"/>
                    <a:gd name="connsiteX62" fmla="*/ 3603009 w 5158854"/>
                    <a:gd name="connsiteY62" fmla="*/ 3875964 h 7151427"/>
                    <a:gd name="connsiteX63" fmla="*/ 3630305 w 5158854"/>
                    <a:gd name="connsiteY63" fmla="*/ 3998794 h 7151427"/>
                    <a:gd name="connsiteX64" fmla="*/ 3643952 w 5158854"/>
                    <a:gd name="connsiteY64" fmla="*/ 4067033 h 7151427"/>
                    <a:gd name="connsiteX65" fmla="*/ 3684896 w 5158854"/>
                    <a:gd name="connsiteY65" fmla="*/ 4176215 h 7151427"/>
                    <a:gd name="connsiteX66" fmla="*/ 3712191 w 5158854"/>
                    <a:gd name="connsiteY66" fmla="*/ 4312693 h 7151427"/>
                    <a:gd name="connsiteX67" fmla="*/ 3753134 w 5158854"/>
                    <a:gd name="connsiteY67" fmla="*/ 4421875 h 7151427"/>
                    <a:gd name="connsiteX68" fmla="*/ 3794078 w 5158854"/>
                    <a:gd name="connsiteY68" fmla="*/ 4517409 h 7151427"/>
                    <a:gd name="connsiteX69" fmla="*/ 3848669 w 5158854"/>
                    <a:gd name="connsiteY69" fmla="*/ 4640239 h 7151427"/>
                    <a:gd name="connsiteX70" fmla="*/ 3862317 w 5158854"/>
                    <a:gd name="connsiteY70" fmla="*/ 4694830 h 7151427"/>
                    <a:gd name="connsiteX71" fmla="*/ 3889612 w 5158854"/>
                    <a:gd name="connsiteY71" fmla="*/ 4763069 h 7151427"/>
                    <a:gd name="connsiteX72" fmla="*/ 3916908 w 5158854"/>
                    <a:gd name="connsiteY72" fmla="*/ 4844955 h 7151427"/>
                    <a:gd name="connsiteX73" fmla="*/ 3930555 w 5158854"/>
                    <a:gd name="connsiteY73" fmla="*/ 4885899 h 7151427"/>
                    <a:gd name="connsiteX74" fmla="*/ 3944203 w 5158854"/>
                    <a:gd name="connsiteY74" fmla="*/ 4926842 h 7151427"/>
                    <a:gd name="connsiteX75" fmla="*/ 3971499 w 5158854"/>
                    <a:gd name="connsiteY75" fmla="*/ 5076967 h 7151427"/>
                    <a:gd name="connsiteX76" fmla="*/ 4039737 w 5158854"/>
                    <a:gd name="connsiteY76" fmla="*/ 5186149 h 7151427"/>
                    <a:gd name="connsiteX77" fmla="*/ 4053385 w 5158854"/>
                    <a:gd name="connsiteY77" fmla="*/ 5308979 h 7151427"/>
                    <a:gd name="connsiteX78" fmla="*/ 4067033 w 5158854"/>
                    <a:gd name="connsiteY78" fmla="*/ 5349922 h 7151427"/>
                    <a:gd name="connsiteX79" fmla="*/ 4094329 w 5158854"/>
                    <a:gd name="connsiteY79" fmla="*/ 5445457 h 7151427"/>
                    <a:gd name="connsiteX80" fmla="*/ 4121624 w 5158854"/>
                    <a:gd name="connsiteY80" fmla="*/ 5500048 h 7151427"/>
                    <a:gd name="connsiteX81" fmla="*/ 4162567 w 5158854"/>
                    <a:gd name="connsiteY81" fmla="*/ 5677469 h 7151427"/>
                    <a:gd name="connsiteX82" fmla="*/ 4176215 w 5158854"/>
                    <a:gd name="connsiteY82" fmla="*/ 5718412 h 7151427"/>
                    <a:gd name="connsiteX83" fmla="*/ 4203511 w 5158854"/>
                    <a:gd name="connsiteY83" fmla="*/ 5759355 h 7151427"/>
                    <a:gd name="connsiteX84" fmla="*/ 4258102 w 5158854"/>
                    <a:gd name="connsiteY84" fmla="*/ 5841242 h 7151427"/>
                    <a:gd name="connsiteX85" fmla="*/ 4285397 w 5158854"/>
                    <a:gd name="connsiteY85" fmla="*/ 5936776 h 7151427"/>
                    <a:gd name="connsiteX86" fmla="*/ 4312693 w 5158854"/>
                    <a:gd name="connsiteY86" fmla="*/ 5991367 h 7151427"/>
                    <a:gd name="connsiteX87" fmla="*/ 4353636 w 5158854"/>
                    <a:gd name="connsiteY87" fmla="*/ 6155140 h 7151427"/>
                    <a:gd name="connsiteX88" fmla="*/ 4380932 w 5158854"/>
                    <a:gd name="connsiteY88" fmla="*/ 6237027 h 7151427"/>
                    <a:gd name="connsiteX89" fmla="*/ 4435523 w 5158854"/>
                    <a:gd name="connsiteY89" fmla="*/ 6346209 h 7151427"/>
                    <a:gd name="connsiteX90" fmla="*/ 4490114 w 5158854"/>
                    <a:gd name="connsiteY90" fmla="*/ 6428096 h 7151427"/>
                    <a:gd name="connsiteX91" fmla="*/ 4503761 w 5158854"/>
                    <a:gd name="connsiteY91" fmla="*/ 6469039 h 7151427"/>
                    <a:gd name="connsiteX92" fmla="*/ 4572000 w 5158854"/>
                    <a:gd name="connsiteY92" fmla="*/ 6578221 h 7151427"/>
                    <a:gd name="connsiteX93" fmla="*/ 4667534 w 5158854"/>
                    <a:gd name="connsiteY93" fmla="*/ 6646460 h 7151427"/>
                    <a:gd name="connsiteX94" fmla="*/ 4681182 w 5158854"/>
                    <a:gd name="connsiteY94" fmla="*/ 6687403 h 7151427"/>
                    <a:gd name="connsiteX95" fmla="*/ 4749421 w 5158854"/>
                    <a:gd name="connsiteY95" fmla="*/ 6782937 h 7151427"/>
                    <a:gd name="connsiteX96" fmla="*/ 4790364 w 5158854"/>
                    <a:gd name="connsiteY96" fmla="*/ 6823881 h 7151427"/>
                    <a:gd name="connsiteX97" fmla="*/ 4858603 w 5158854"/>
                    <a:gd name="connsiteY97" fmla="*/ 6878472 h 7151427"/>
                    <a:gd name="connsiteX98" fmla="*/ 4926842 w 5158854"/>
                    <a:gd name="connsiteY98" fmla="*/ 6946710 h 7151427"/>
                    <a:gd name="connsiteX99" fmla="*/ 4995081 w 5158854"/>
                    <a:gd name="connsiteY99" fmla="*/ 7014949 h 7151427"/>
                    <a:gd name="connsiteX100" fmla="*/ 5008729 w 5158854"/>
                    <a:gd name="connsiteY100" fmla="*/ 7055893 h 7151427"/>
                    <a:gd name="connsiteX101" fmla="*/ 5090615 w 5158854"/>
                    <a:gd name="connsiteY101" fmla="*/ 7124131 h 7151427"/>
                    <a:gd name="connsiteX102" fmla="*/ 5158854 w 5158854"/>
                    <a:gd name="connsiteY102" fmla="*/ 7151427 h 7151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</a:cxnLst>
                  <a:rect l="l" t="t" r="r" b="b"/>
                  <a:pathLst>
                    <a:path w="5158854" h="7151427">
                      <a:moveTo>
                        <a:pt x="0" y="846161"/>
                      </a:moveTo>
                      <a:cubicBezTo>
                        <a:pt x="7324" y="809541"/>
                        <a:pt x="21155" y="725717"/>
                        <a:pt x="40943" y="696036"/>
                      </a:cubicBezTo>
                      <a:lnTo>
                        <a:pt x="68239" y="655093"/>
                      </a:lnTo>
                      <a:cubicBezTo>
                        <a:pt x="75563" y="618473"/>
                        <a:pt x="89394" y="534648"/>
                        <a:pt x="109182" y="504967"/>
                      </a:cubicBezTo>
                      <a:cubicBezTo>
                        <a:pt x="118281" y="491319"/>
                        <a:pt x="129142" y="478695"/>
                        <a:pt x="136478" y="464024"/>
                      </a:cubicBezTo>
                      <a:cubicBezTo>
                        <a:pt x="142912" y="451157"/>
                        <a:pt x="144459" y="436304"/>
                        <a:pt x="150126" y="423081"/>
                      </a:cubicBezTo>
                      <a:cubicBezTo>
                        <a:pt x="161905" y="395596"/>
                        <a:pt x="184559" y="351735"/>
                        <a:pt x="204717" y="327546"/>
                      </a:cubicBezTo>
                      <a:cubicBezTo>
                        <a:pt x="217073" y="312719"/>
                        <a:pt x="233304" y="301430"/>
                        <a:pt x="245660" y="286603"/>
                      </a:cubicBezTo>
                      <a:cubicBezTo>
                        <a:pt x="256161" y="274002"/>
                        <a:pt x="262058" y="257919"/>
                        <a:pt x="272955" y="245660"/>
                      </a:cubicBezTo>
                      <a:cubicBezTo>
                        <a:pt x="301892" y="213106"/>
                        <a:pt x="350150" y="159295"/>
                        <a:pt x="395785" y="136478"/>
                      </a:cubicBezTo>
                      <a:cubicBezTo>
                        <a:pt x="408652" y="130044"/>
                        <a:pt x="423081" y="127379"/>
                        <a:pt x="436729" y="122830"/>
                      </a:cubicBezTo>
                      <a:cubicBezTo>
                        <a:pt x="507982" y="75327"/>
                        <a:pt x="446019" y="109130"/>
                        <a:pt x="545911" y="81887"/>
                      </a:cubicBezTo>
                      <a:cubicBezTo>
                        <a:pt x="573669" y="74317"/>
                        <a:pt x="603857" y="70551"/>
                        <a:pt x="627797" y="54591"/>
                      </a:cubicBezTo>
                      <a:cubicBezTo>
                        <a:pt x="641445" y="45493"/>
                        <a:pt x="652702" y="30733"/>
                        <a:pt x="668740" y="27296"/>
                      </a:cubicBezTo>
                      <a:cubicBezTo>
                        <a:pt x="697883" y="21051"/>
                        <a:pt x="1003285" y="475"/>
                        <a:pt x="1009934" y="0"/>
                      </a:cubicBezTo>
                      <a:lnTo>
                        <a:pt x="1569493" y="27296"/>
                      </a:lnTo>
                      <a:cubicBezTo>
                        <a:pt x="1583846" y="28275"/>
                        <a:pt x="1596480" y="37454"/>
                        <a:pt x="1610436" y="40943"/>
                      </a:cubicBezTo>
                      <a:cubicBezTo>
                        <a:pt x="1632940" y="46569"/>
                        <a:pt x="1655929" y="50042"/>
                        <a:pt x="1678675" y="54591"/>
                      </a:cubicBezTo>
                      <a:cubicBezTo>
                        <a:pt x="1837957" y="160782"/>
                        <a:pt x="1571915" y="-23145"/>
                        <a:pt x="1760561" y="136478"/>
                      </a:cubicBezTo>
                      <a:cubicBezTo>
                        <a:pt x="1802952" y="172348"/>
                        <a:pt x="1851852" y="199736"/>
                        <a:pt x="1897039" y="232012"/>
                      </a:cubicBezTo>
                      <a:cubicBezTo>
                        <a:pt x="1915548" y="245233"/>
                        <a:pt x="1935546" y="256871"/>
                        <a:pt x="1951630" y="272955"/>
                      </a:cubicBezTo>
                      <a:cubicBezTo>
                        <a:pt x="1965278" y="286603"/>
                        <a:pt x="1976867" y="302681"/>
                        <a:pt x="1992573" y="313899"/>
                      </a:cubicBezTo>
                      <a:cubicBezTo>
                        <a:pt x="2009128" y="325724"/>
                        <a:pt x="2028967" y="332096"/>
                        <a:pt x="2047164" y="341194"/>
                      </a:cubicBezTo>
                      <a:cubicBezTo>
                        <a:pt x="2081469" y="444105"/>
                        <a:pt x="2031204" y="321244"/>
                        <a:pt x="2101755" y="409433"/>
                      </a:cubicBezTo>
                      <a:cubicBezTo>
                        <a:pt x="2110742" y="420667"/>
                        <a:pt x="2108969" y="437509"/>
                        <a:pt x="2115403" y="450376"/>
                      </a:cubicBezTo>
                      <a:cubicBezTo>
                        <a:pt x="2140816" y="501201"/>
                        <a:pt x="2145915" y="486990"/>
                        <a:pt x="2183642" y="532263"/>
                      </a:cubicBezTo>
                      <a:cubicBezTo>
                        <a:pt x="2230175" y="588104"/>
                        <a:pt x="2193737" y="561054"/>
                        <a:pt x="2238233" y="627797"/>
                      </a:cubicBezTo>
                      <a:cubicBezTo>
                        <a:pt x="2311616" y="737870"/>
                        <a:pt x="2288883" y="716154"/>
                        <a:pt x="2361063" y="764275"/>
                      </a:cubicBezTo>
                      <a:cubicBezTo>
                        <a:pt x="2379260" y="791570"/>
                        <a:pt x="2400983" y="816819"/>
                        <a:pt x="2415654" y="846161"/>
                      </a:cubicBezTo>
                      <a:cubicBezTo>
                        <a:pt x="2424752" y="864358"/>
                        <a:pt x="2429925" y="885123"/>
                        <a:pt x="2442949" y="900752"/>
                      </a:cubicBezTo>
                      <a:cubicBezTo>
                        <a:pt x="2453450" y="913353"/>
                        <a:pt x="2470245" y="918949"/>
                        <a:pt x="2483893" y="928048"/>
                      </a:cubicBezTo>
                      <a:cubicBezTo>
                        <a:pt x="2559047" y="1078359"/>
                        <a:pt x="2450822" y="876291"/>
                        <a:pt x="2565779" y="1037230"/>
                      </a:cubicBezTo>
                      <a:cubicBezTo>
                        <a:pt x="2574141" y="1048936"/>
                        <a:pt x="2572993" y="1065306"/>
                        <a:pt x="2579427" y="1078173"/>
                      </a:cubicBezTo>
                      <a:cubicBezTo>
                        <a:pt x="2586763" y="1092844"/>
                        <a:pt x="2597624" y="1105468"/>
                        <a:pt x="2606723" y="1119116"/>
                      </a:cubicBezTo>
                      <a:cubicBezTo>
                        <a:pt x="2656489" y="1268425"/>
                        <a:pt x="2577122" y="1042278"/>
                        <a:pt x="2647666" y="1201003"/>
                      </a:cubicBezTo>
                      <a:cubicBezTo>
                        <a:pt x="2659351" y="1227295"/>
                        <a:pt x="2659001" y="1258950"/>
                        <a:pt x="2674961" y="1282890"/>
                      </a:cubicBezTo>
                      <a:cubicBezTo>
                        <a:pt x="2693158" y="1310185"/>
                        <a:pt x="2714881" y="1335434"/>
                        <a:pt x="2729552" y="1364776"/>
                      </a:cubicBezTo>
                      <a:cubicBezTo>
                        <a:pt x="2738651" y="1382973"/>
                        <a:pt x="2748585" y="1400776"/>
                        <a:pt x="2756848" y="1419367"/>
                      </a:cubicBezTo>
                      <a:cubicBezTo>
                        <a:pt x="2786100" y="1485184"/>
                        <a:pt x="2777836" y="1483393"/>
                        <a:pt x="2811439" y="1542197"/>
                      </a:cubicBezTo>
                      <a:cubicBezTo>
                        <a:pt x="2819577" y="1556438"/>
                        <a:pt x="2829636" y="1569492"/>
                        <a:pt x="2838734" y="1583140"/>
                      </a:cubicBezTo>
                      <a:cubicBezTo>
                        <a:pt x="2877916" y="1739865"/>
                        <a:pt x="2823127" y="1546724"/>
                        <a:pt x="2879678" y="1678675"/>
                      </a:cubicBezTo>
                      <a:cubicBezTo>
                        <a:pt x="2930784" y="1797922"/>
                        <a:pt x="2843337" y="1666614"/>
                        <a:pt x="2934269" y="1787857"/>
                      </a:cubicBezTo>
                      <a:cubicBezTo>
                        <a:pt x="2966751" y="1885304"/>
                        <a:pt x="2945604" y="1845803"/>
                        <a:pt x="2988860" y="1910687"/>
                      </a:cubicBezTo>
                      <a:cubicBezTo>
                        <a:pt x="3009486" y="1993190"/>
                        <a:pt x="2996577" y="1947485"/>
                        <a:pt x="3029803" y="2047164"/>
                      </a:cubicBezTo>
                      <a:cubicBezTo>
                        <a:pt x="3034352" y="2060812"/>
                        <a:pt x="3037017" y="2075240"/>
                        <a:pt x="3043451" y="2088108"/>
                      </a:cubicBezTo>
                      <a:cubicBezTo>
                        <a:pt x="3077179" y="2155566"/>
                        <a:pt x="3064312" y="2123398"/>
                        <a:pt x="3084394" y="2183642"/>
                      </a:cubicBezTo>
                      <a:cubicBezTo>
                        <a:pt x="3089809" y="2237786"/>
                        <a:pt x="3099622" y="2355310"/>
                        <a:pt x="3111690" y="2415654"/>
                      </a:cubicBezTo>
                      <a:cubicBezTo>
                        <a:pt x="3118384" y="2449126"/>
                        <a:pt x="3137834" y="2481591"/>
                        <a:pt x="3152633" y="2511188"/>
                      </a:cubicBezTo>
                      <a:cubicBezTo>
                        <a:pt x="3160066" y="2548353"/>
                        <a:pt x="3182604" y="2666665"/>
                        <a:pt x="3193576" y="2688609"/>
                      </a:cubicBezTo>
                      <a:lnTo>
                        <a:pt x="3220872" y="2743200"/>
                      </a:lnTo>
                      <a:cubicBezTo>
                        <a:pt x="3245500" y="2890969"/>
                        <a:pt x="3221291" y="2771962"/>
                        <a:pt x="3248167" y="2866030"/>
                      </a:cubicBezTo>
                      <a:cubicBezTo>
                        <a:pt x="3253320" y="2884065"/>
                        <a:pt x="3255229" y="2903058"/>
                        <a:pt x="3261815" y="2920621"/>
                      </a:cubicBezTo>
                      <a:cubicBezTo>
                        <a:pt x="3268959" y="2939671"/>
                        <a:pt x="3280012" y="2957015"/>
                        <a:pt x="3289111" y="2975212"/>
                      </a:cubicBezTo>
                      <a:cubicBezTo>
                        <a:pt x="3293660" y="2997958"/>
                        <a:pt x="3296093" y="3021233"/>
                        <a:pt x="3302758" y="3043451"/>
                      </a:cubicBezTo>
                      <a:cubicBezTo>
                        <a:pt x="3344121" y="3181329"/>
                        <a:pt x="3317184" y="3055399"/>
                        <a:pt x="3343702" y="3152633"/>
                      </a:cubicBezTo>
                      <a:cubicBezTo>
                        <a:pt x="3382378" y="3294446"/>
                        <a:pt x="3350724" y="3221269"/>
                        <a:pt x="3398293" y="3316406"/>
                      </a:cubicBezTo>
                      <a:cubicBezTo>
                        <a:pt x="3432904" y="3489471"/>
                        <a:pt x="3386523" y="3302594"/>
                        <a:pt x="3439236" y="3425588"/>
                      </a:cubicBezTo>
                      <a:cubicBezTo>
                        <a:pt x="3465481" y="3486824"/>
                        <a:pt x="3439967" y="3467992"/>
                        <a:pt x="3466532" y="3521122"/>
                      </a:cubicBezTo>
                      <a:cubicBezTo>
                        <a:pt x="3516678" y="3621416"/>
                        <a:pt x="3473901" y="3488639"/>
                        <a:pt x="3521123" y="3630305"/>
                      </a:cubicBezTo>
                      <a:cubicBezTo>
                        <a:pt x="3527054" y="3648099"/>
                        <a:pt x="3529617" y="3666861"/>
                        <a:pt x="3534770" y="3684896"/>
                      </a:cubicBezTo>
                      <a:cubicBezTo>
                        <a:pt x="3538722" y="3698728"/>
                        <a:pt x="3544466" y="3712007"/>
                        <a:pt x="3548418" y="3725839"/>
                      </a:cubicBezTo>
                      <a:cubicBezTo>
                        <a:pt x="3553571" y="3743874"/>
                        <a:pt x="3555480" y="3762867"/>
                        <a:pt x="3562066" y="3780430"/>
                      </a:cubicBezTo>
                      <a:cubicBezTo>
                        <a:pt x="3591358" y="3858543"/>
                        <a:pt x="3586064" y="3808187"/>
                        <a:pt x="3603009" y="3875964"/>
                      </a:cubicBezTo>
                      <a:cubicBezTo>
                        <a:pt x="3613182" y="3916654"/>
                        <a:pt x="3621517" y="3957783"/>
                        <a:pt x="3630305" y="3998794"/>
                      </a:cubicBezTo>
                      <a:cubicBezTo>
                        <a:pt x="3635165" y="4021476"/>
                        <a:pt x="3638326" y="4044529"/>
                        <a:pt x="3643952" y="4067033"/>
                      </a:cubicBezTo>
                      <a:cubicBezTo>
                        <a:pt x="3653534" y="4105360"/>
                        <a:pt x="3672375" y="4138653"/>
                        <a:pt x="3684896" y="4176215"/>
                      </a:cubicBezTo>
                      <a:cubicBezTo>
                        <a:pt x="3703020" y="4230589"/>
                        <a:pt x="3698755" y="4252231"/>
                        <a:pt x="3712191" y="4312693"/>
                      </a:cubicBezTo>
                      <a:cubicBezTo>
                        <a:pt x="3717822" y="4338033"/>
                        <a:pt x="3747342" y="4406429"/>
                        <a:pt x="3753134" y="4421875"/>
                      </a:cubicBezTo>
                      <a:cubicBezTo>
                        <a:pt x="3783253" y="4502193"/>
                        <a:pt x="3746153" y="4421561"/>
                        <a:pt x="3794078" y="4517409"/>
                      </a:cubicBezTo>
                      <a:cubicBezTo>
                        <a:pt x="3826209" y="4710193"/>
                        <a:pt x="3777480" y="4515659"/>
                        <a:pt x="3848669" y="4640239"/>
                      </a:cubicBezTo>
                      <a:cubicBezTo>
                        <a:pt x="3857975" y="4656525"/>
                        <a:pt x="3856386" y="4677035"/>
                        <a:pt x="3862317" y="4694830"/>
                      </a:cubicBezTo>
                      <a:cubicBezTo>
                        <a:pt x="3870064" y="4718071"/>
                        <a:pt x="3881240" y="4740045"/>
                        <a:pt x="3889612" y="4763069"/>
                      </a:cubicBezTo>
                      <a:cubicBezTo>
                        <a:pt x="3899445" y="4790109"/>
                        <a:pt x="3907810" y="4817660"/>
                        <a:pt x="3916908" y="4844955"/>
                      </a:cubicBezTo>
                      <a:lnTo>
                        <a:pt x="3930555" y="4885899"/>
                      </a:lnTo>
                      <a:cubicBezTo>
                        <a:pt x="3935104" y="4899547"/>
                        <a:pt x="3941838" y="4912652"/>
                        <a:pt x="3944203" y="4926842"/>
                      </a:cubicBezTo>
                      <a:cubicBezTo>
                        <a:pt x="3944846" y="4930698"/>
                        <a:pt x="3966523" y="5066186"/>
                        <a:pt x="3971499" y="5076967"/>
                      </a:cubicBezTo>
                      <a:cubicBezTo>
                        <a:pt x="3989484" y="5115934"/>
                        <a:pt x="4039737" y="5186149"/>
                        <a:pt x="4039737" y="5186149"/>
                      </a:cubicBezTo>
                      <a:cubicBezTo>
                        <a:pt x="4044286" y="5227092"/>
                        <a:pt x="4046612" y="5268344"/>
                        <a:pt x="4053385" y="5308979"/>
                      </a:cubicBezTo>
                      <a:cubicBezTo>
                        <a:pt x="4055750" y="5323169"/>
                        <a:pt x="4063081" y="5336090"/>
                        <a:pt x="4067033" y="5349922"/>
                      </a:cubicBezTo>
                      <a:cubicBezTo>
                        <a:pt x="4076927" y="5384551"/>
                        <a:pt x="4080305" y="5412733"/>
                        <a:pt x="4094329" y="5445457"/>
                      </a:cubicBezTo>
                      <a:cubicBezTo>
                        <a:pt x="4102343" y="5464157"/>
                        <a:pt x="4112526" y="5481851"/>
                        <a:pt x="4121624" y="5500048"/>
                      </a:cubicBezTo>
                      <a:cubicBezTo>
                        <a:pt x="4139341" y="5624061"/>
                        <a:pt x="4125100" y="5565068"/>
                        <a:pt x="4162567" y="5677469"/>
                      </a:cubicBezTo>
                      <a:cubicBezTo>
                        <a:pt x="4167116" y="5691117"/>
                        <a:pt x="4168235" y="5706442"/>
                        <a:pt x="4176215" y="5718412"/>
                      </a:cubicBezTo>
                      <a:lnTo>
                        <a:pt x="4203511" y="5759355"/>
                      </a:lnTo>
                      <a:cubicBezTo>
                        <a:pt x="4235960" y="5856708"/>
                        <a:pt x="4189949" y="5739012"/>
                        <a:pt x="4258102" y="5841242"/>
                      </a:cubicBezTo>
                      <a:cubicBezTo>
                        <a:pt x="4267526" y="5855378"/>
                        <a:pt x="4281499" y="5926383"/>
                        <a:pt x="4285397" y="5936776"/>
                      </a:cubicBezTo>
                      <a:cubicBezTo>
                        <a:pt x="4292541" y="5955826"/>
                        <a:pt x="4303594" y="5973170"/>
                        <a:pt x="4312693" y="5991367"/>
                      </a:cubicBezTo>
                      <a:cubicBezTo>
                        <a:pt x="4331070" y="6101636"/>
                        <a:pt x="4317589" y="6047000"/>
                        <a:pt x="4353636" y="6155140"/>
                      </a:cubicBezTo>
                      <a:cubicBezTo>
                        <a:pt x="4353637" y="6155142"/>
                        <a:pt x="4380931" y="6237024"/>
                        <a:pt x="4380932" y="6237027"/>
                      </a:cubicBezTo>
                      <a:cubicBezTo>
                        <a:pt x="4399129" y="6273421"/>
                        <a:pt x="4422656" y="6307607"/>
                        <a:pt x="4435523" y="6346209"/>
                      </a:cubicBezTo>
                      <a:cubicBezTo>
                        <a:pt x="4455273" y="6405463"/>
                        <a:pt x="4438998" y="6376980"/>
                        <a:pt x="4490114" y="6428096"/>
                      </a:cubicBezTo>
                      <a:cubicBezTo>
                        <a:pt x="4494663" y="6441744"/>
                        <a:pt x="4498094" y="6455816"/>
                        <a:pt x="4503761" y="6469039"/>
                      </a:cubicBezTo>
                      <a:cubicBezTo>
                        <a:pt x="4519976" y="6506875"/>
                        <a:pt x="4542612" y="6548833"/>
                        <a:pt x="4572000" y="6578221"/>
                      </a:cubicBezTo>
                      <a:cubicBezTo>
                        <a:pt x="4588925" y="6595146"/>
                        <a:pt x="4644289" y="6630963"/>
                        <a:pt x="4667534" y="6646460"/>
                      </a:cubicBezTo>
                      <a:cubicBezTo>
                        <a:pt x="4672083" y="6660108"/>
                        <a:pt x="4674748" y="6674536"/>
                        <a:pt x="4681182" y="6687403"/>
                      </a:cubicBezTo>
                      <a:cubicBezTo>
                        <a:pt x="4689822" y="6704682"/>
                        <a:pt x="4742005" y="6774285"/>
                        <a:pt x="4749421" y="6782937"/>
                      </a:cubicBezTo>
                      <a:cubicBezTo>
                        <a:pt x="4761982" y="6797591"/>
                        <a:pt x="4778008" y="6809054"/>
                        <a:pt x="4790364" y="6823881"/>
                      </a:cubicBezTo>
                      <a:cubicBezTo>
                        <a:pt x="4837849" y="6880864"/>
                        <a:pt x="4791391" y="6856067"/>
                        <a:pt x="4858603" y="6878472"/>
                      </a:cubicBezTo>
                      <a:cubicBezTo>
                        <a:pt x="4931398" y="6987662"/>
                        <a:pt x="4835851" y="6855718"/>
                        <a:pt x="4926842" y="6946710"/>
                      </a:cubicBezTo>
                      <a:cubicBezTo>
                        <a:pt x="5017823" y="7037693"/>
                        <a:pt x="4885901" y="6942165"/>
                        <a:pt x="4995081" y="7014949"/>
                      </a:cubicBezTo>
                      <a:cubicBezTo>
                        <a:pt x="4999630" y="7028597"/>
                        <a:pt x="5000749" y="7043923"/>
                        <a:pt x="5008729" y="7055893"/>
                      </a:cubicBezTo>
                      <a:cubicBezTo>
                        <a:pt x="5021846" y="7075568"/>
                        <a:pt x="5067117" y="7114060"/>
                        <a:pt x="5090615" y="7124131"/>
                      </a:cubicBezTo>
                      <a:cubicBezTo>
                        <a:pt x="5170457" y="7158349"/>
                        <a:pt x="5125422" y="7117995"/>
                        <a:pt x="5158854" y="7151427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4439C5FA-9992-4742-A024-CBE71159C844}"/>
                    </a:ext>
                  </a:extLst>
                </p:cNvPr>
                <p:cNvSpPr/>
                <p:nvPr/>
              </p:nvSpPr>
              <p:spPr>
                <a:xfrm>
                  <a:off x="6076670" y="10206352"/>
                  <a:ext cx="901030" cy="781340"/>
                </a:xfrm>
                <a:prstGeom prst="rect">
                  <a:avLst/>
                </a:prstGeom>
                <a:solidFill>
                  <a:srgbClr val="0F67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BE94CF-95FB-4E65-8156-0A518F7E3E39}"/>
                </a:ext>
              </a:extLst>
            </p:cNvPr>
            <p:cNvSpPr txBox="1"/>
            <p:nvPr/>
          </p:nvSpPr>
          <p:spPr>
            <a:xfrm>
              <a:off x="-790960" y="-2094096"/>
              <a:ext cx="1336173" cy="8741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de-DE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de-DE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de-DE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sensor</a:t>
              </a:r>
              <a:endParaRPr lang="de-DE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724BC6-2946-4B4F-BC03-AFA04A42D52B}"/>
                </a:ext>
              </a:extLst>
            </p:cNvPr>
            <p:cNvSpPr txBox="1"/>
            <p:nvPr/>
          </p:nvSpPr>
          <p:spPr>
            <a:xfrm>
              <a:off x="-4515490" y="-1793329"/>
              <a:ext cx="1336173" cy="8741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200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de-DE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de-DE" sz="2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algn="r"/>
              <a:r>
                <a:rPr lang="de-DE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sensor</a:t>
              </a:r>
              <a:endParaRPr lang="de-DE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D36032-6755-477C-A597-CB822A2D908A}"/>
                </a:ext>
              </a:extLst>
            </p:cNvPr>
            <p:cNvSpPr txBox="1"/>
            <p:nvPr/>
          </p:nvSpPr>
          <p:spPr>
            <a:xfrm>
              <a:off x="-3235991" y="-2636783"/>
              <a:ext cx="1518012" cy="494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>
                  <a:latin typeface="Arial" panose="020B0604020202020204" pitchFamily="34" charset="0"/>
                  <a:cs typeface="Arial" panose="020B0604020202020204" pitchFamily="34" charset="0"/>
                </a:rPr>
                <a:t>PT1000</a:t>
              </a:r>
              <a:endParaRPr lang="de-DE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2B21BB-9529-4D7A-A93D-9B85D099FE3F}"/>
                </a:ext>
              </a:extLst>
            </p:cNvPr>
            <p:cNvSpPr txBox="1"/>
            <p:nvPr/>
          </p:nvSpPr>
          <p:spPr>
            <a:xfrm>
              <a:off x="233249" y="-475009"/>
              <a:ext cx="1318214" cy="4940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>
                  <a:latin typeface="Arial" panose="020B0604020202020204" pitchFamily="34" charset="0"/>
                  <a:cs typeface="Arial" panose="020B0604020202020204" pitchFamily="34" charset="0"/>
                </a:rPr>
                <a:t>PT100</a:t>
              </a:r>
              <a:endParaRPr lang="de-DE" sz="2000" dirty="0"/>
            </a:p>
          </p:txBody>
        </p:sp>
      </p:grpSp>
      <p:pic>
        <p:nvPicPr>
          <p:cNvPr id="79" name="Picture 78">
            <a:extLst>
              <a:ext uri="{FF2B5EF4-FFF2-40B4-BE49-F238E27FC236}">
                <a16:creationId xmlns:a16="http://schemas.microsoft.com/office/drawing/2014/main" id="{4F73ADF7-C5F0-4FA6-8A55-0F45C4067C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314009" y="3327248"/>
            <a:ext cx="10824905" cy="49902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EA28DA-7D0B-CCF3-2087-2038DEAB38DF}"/>
              </a:ext>
            </a:extLst>
          </p:cNvPr>
          <p:cNvSpPr txBox="1"/>
          <p:nvPr/>
        </p:nvSpPr>
        <p:spPr>
          <a:xfrm>
            <a:off x="135468" y="-101601"/>
            <a:ext cx="7409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6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016D78-FE9B-5036-9259-29BEEA939191}"/>
              </a:ext>
            </a:extLst>
          </p:cNvPr>
          <p:cNvSpPr txBox="1"/>
          <p:nvPr/>
        </p:nvSpPr>
        <p:spPr>
          <a:xfrm>
            <a:off x="16121880" y="-33867"/>
            <a:ext cx="7409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6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19038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15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Nadzeya Brezhneva</dc:creator>
  <cp:lastModifiedBy>Jacob Schneidewind</cp:lastModifiedBy>
  <cp:revision>4</cp:revision>
  <dcterms:created xsi:type="dcterms:W3CDTF">2025-11-28T07:01:05Z</dcterms:created>
  <dcterms:modified xsi:type="dcterms:W3CDTF">2026-01-07T13:14:47Z</dcterms:modified>
</cp:coreProperties>
</file>